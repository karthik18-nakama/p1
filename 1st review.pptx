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79" r:id="rId2"/>
    <p:sldId id="789" r:id="rId3"/>
    <p:sldId id="799" r:id="rId4"/>
    <p:sldId id="780" r:id="rId5"/>
    <p:sldId id="781" r:id="rId6"/>
    <p:sldId id="792" r:id="rId7"/>
    <p:sldId id="262" r:id="rId8"/>
    <p:sldId id="803" r:id="rId9"/>
    <p:sldId id="804" r:id="rId10"/>
    <p:sldId id="805" r:id="rId11"/>
    <p:sldId id="807" r:id="rId12"/>
    <p:sldId id="806" r:id="rId13"/>
    <p:sldId id="794" r:id="rId14"/>
    <p:sldId id="791" r:id="rId15"/>
    <p:sldId id="793" r:id="rId16"/>
    <p:sldId id="7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10677-04A5-455E-8557-3F2EB783B640}" v="53" dt="2026-02-21T04:35:24.3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 M" userId="6c9d086632a0424a" providerId="LiveId" clId="{D81C79B4-51B4-449C-B2FF-52AAB3D00D4B}"/>
    <pc:docChg chg="undo redo custSel addSld delSld modSld sldOrd">
      <pc:chgData name="Karthik M" userId="6c9d086632a0424a" providerId="LiveId" clId="{D81C79B4-51B4-449C-B2FF-52AAB3D00D4B}" dt="2026-02-21T04:36:49.310" v="386"/>
      <pc:docMkLst>
        <pc:docMk/>
      </pc:docMkLst>
      <pc:sldChg chg="addSp delSp modSp add mod ord modTransition">
        <pc:chgData name="Karthik M" userId="6c9d086632a0424a" providerId="LiveId" clId="{D81C79B4-51B4-449C-B2FF-52AAB3D00D4B}" dt="2026-01-27T04:47:24.586" v="218"/>
        <pc:sldMkLst>
          <pc:docMk/>
          <pc:sldMk cId="0" sldId="262"/>
        </pc:sldMkLst>
        <pc:spChg chg="mod">
          <ac:chgData name="Karthik M" userId="6c9d086632a0424a" providerId="LiveId" clId="{D81C79B4-51B4-449C-B2FF-52AAB3D00D4B}" dt="2026-01-26T19:27:35.527" v="61"/>
          <ac:spMkLst>
            <pc:docMk/>
            <pc:sldMk cId="0" sldId="262"/>
            <ac:spMk id="120" creationId="{00000000-0000-0000-0000-000000000000}"/>
          </ac:spMkLst>
        </pc:spChg>
        <pc:spChg chg="mod">
          <ac:chgData name="Karthik M" userId="6c9d086632a0424a" providerId="LiveId" clId="{D81C79B4-51B4-449C-B2FF-52AAB3D00D4B}" dt="2026-01-26T20:04:09.054" v="209" actId="1076"/>
          <ac:spMkLst>
            <pc:docMk/>
            <pc:sldMk cId="0" sldId="262"/>
            <ac:spMk id="121" creationId="{00000000-0000-0000-0000-000000000000}"/>
          </ac:spMkLst>
        </pc:spChg>
        <pc:graphicFrameChg chg="add mod modGraphic">
          <ac:chgData name="Karthik M" userId="6c9d086632a0424a" providerId="LiveId" clId="{D81C79B4-51B4-449C-B2FF-52AAB3D00D4B}" dt="2026-01-26T20:04:20.445" v="211" actId="14100"/>
          <ac:graphicFrameMkLst>
            <pc:docMk/>
            <pc:sldMk cId="0" sldId="262"/>
            <ac:graphicFrameMk id="7" creationId="{D1C6BA3C-D7D4-C4EA-50CA-769E2616485A}"/>
          </ac:graphicFrameMkLst>
        </pc:graphicFrameChg>
      </pc:sldChg>
      <pc:sldChg chg="add">
        <pc:chgData name="Karthik M" userId="6c9d086632a0424a" providerId="LiveId" clId="{D81C79B4-51B4-449C-B2FF-52AAB3D00D4B}" dt="2026-01-26T18:56:36.208" v="0"/>
        <pc:sldMkLst>
          <pc:docMk/>
          <pc:sldMk cId="737780489" sldId="779"/>
        </pc:sldMkLst>
      </pc:sldChg>
      <pc:sldChg chg="modSp add mod">
        <pc:chgData name="Karthik M" userId="6c9d086632a0424a" providerId="LiveId" clId="{D81C79B4-51B4-449C-B2FF-52AAB3D00D4B}" dt="2026-01-27T06:26:38.538" v="341" actId="1036"/>
        <pc:sldMkLst>
          <pc:docMk/>
          <pc:sldMk cId="1287536411" sldId="780"/>
        </pc:sldMkLst>
        <pc:spChg chg="mod">
          <ac:chgData name="Karthik M" userId="6c9d086632a0424a" providerId="LiveId" clId="{D81C79B4-51B4-449C-B2FF-52AAB3D00D4B}" dt="2026-01-27T06:26:38.538" v="341" actId="1036"/>
          <ac:spMkLst>
            <pc:docMk/>
            <pc:sldMk cId="1287536411" sldId="780"/>
            <ac:spMk id="2" creationId="{0FE76D2E-3A19-4D6C-8ADD-F94385C56703}"/>
          </ac:spMkLst>
        </pc:spChg>
        <pc:spChg chg="mod">
          <ac:chgData name="Karthik M" userId="6c9d086632a0424a" providerId="LiveId" clId="{D81C79B4-51B4-449C-B2FF-52AAB3D00D4B}" dt="2026-01-26T19:13:03.007" v="24" actId="2711"/>
          <ac:spMkLst>
            <pc:docMk/>
            <pc:sldMk cId="1287536411" sldId="780"/>
            <ac:spMk id="3" creationId="{ECFCE915-4185-4C62-8EF2-A59B4F631E3C}"/>
          </ac:spMkLst>
        </pc:spChg>
      </pc:sldChg>
      <pc:sldChg chg="add">
        <pc:chgData name="Karthik M" userId="6c9d086632a0424a" providerId="LiveId" clId="{D81C79B4-51B4-449C-B2FF-52AAB3D00D4B}" dt="2026-01-26T18:56:36.208" v="0"/>
        <pc:sldMkLst>
          <pc:docMk/>
          <pc:sldMk cId="459879655" sldId="781"/>
        </pc:sldMkLst>
      </pc:sldChg>
      <pc:sldChg chg="add">
        <pc:chgData name="Karthik M" userId="6c9d086632a0424a" providerId="LiveId" clId="{D81C79B4-51B4-449C-B2FF-52AAB3D00D4B}" dt="2026-01-26T19:25:19.826" v="56"/>
        <pc:sldMkLst>
          <pc:docMk/>
          <pc:sldMk cId="1134411090" sldId="788"/>
        </pc:sldMkLst>
      </pc:sldChg>
      <pc:sldChg chg="modSp add mod">
        <pc:chgData name="Karthik M" userId="6c9d086632a0424a" providerId="LiveId" clId="{D81C79B4-51B4-449C-B2FF-52AAB3D00D4B}" dt="2026-01-27T05:13:41.637" v="331"/>
        <pc:sldMkLst>
          <pc:docMk/>
          <pc:sldMk cId="3882226427" sldId="789"/>
        </pc:sldMkLst>
        <pc:spChg chg="mod">
          <ac:chgData name="Karthik M" userId="6c9d086632a0424a" providerId="LiveId" clId="{D81C79B4-51B4-449C-B2FF-52AAB3D00D4B}" dt="2026-01-27T05:13:41.637" v="331"/>
          <ac:spMkLst>
            <pc:docMk/>
            <pc:sldMk cId="3882226427" sldId="789"/>
            <ac:spMk id="3" creationId="{ECFCE915-4185-4C62-8EF2-A59B4F631E3C}"/>
          </ac:spMkLst>
        </pc:spChg>
      </pc:sldChg>
      <pc:sldChg chg="modSp add mod">
        <pc:chgData name="Karthik M" userId="6c9d086632a0424a" providerId="LiveId" clId="{D81C79B4-51B4-449C-B2FF-52AAB3D00D4B}" dt="2026-01-27T04:55:13.948" v="272" actId="20577"/>
        <pc:sldMkLst>
          <pc:docMk/>
          <pc:sldMk cId="2182734088" sldId="791"/>
        </pc:sldMkLst>
        <pc:spChg chg="mod">
          <ac:chgData name="Karthik M" userId="6c9d086632a0424a" providerId="LiveId" clId="{D81C79B4-51B4-449C-B2FF-52AAB3D00D4B}" dt="2026-01-27T04:55:13.948" v="272" actId="20577"/>
          <ac:spMkLst>
            <pc:docMk/>
            <pc:sldMk cId="2182734088" sldId="791"/>
            <ac:spMk id="2" creationId="{0FE76D2E-3A19-4D6C-8ADD-F94385C56703}"/>
          </ac:spMkLst>
        </pc:spChg>
        <pc:spChg chg="mod">
          <ac:chgData name="Karthik M" userId="6c9d086632a0424a" providerId="LiveId" clId="{D81C79B4-51B4-449C-B2FF-52AAB3D00D4B}" dt="2026-01-26T19:25:51.995" v="60" actId="14100"/>
          <ac:spMkLst>
            <pc:docMk/>
            <pc:sldMk cId="2182734088" sldId="791"/>
            <ac:spMk id="3" creationId="{ECFCE915-4185-4C62-8EF2-A59B4F631E3C}"/>
          </ac:spMkLst>
        </pc:spChg>
      </pc:sldChg>
      <pc:sldChg chg="add">
        <pc:chgData name="Karthik M" userId="6c9d086632a0424a" providerId="LiveId" clId="{D81C79B4-51B4-449C-B2FF-52AAB3D00D4B}" dt="2026-01-26T18:56:36.208" v="0"/>
        <pc:sldMkLst>
          <pc:docMk/>
          <pc:sldMk cId="590321071" sldId="792"/>
        </pc:sldMkLst>
      </pc:sldChg>
      <pc:sldChg chg="add">
        <pc:chgData name="Karthik M" userId="6c9d086632a0424a" providerId="LiveId" clId="{D81C79B4-51B4-449C-B2FF-52AAB3D00D4B}" dt="2026-01-26T19:25:19.826" v="56"/>
        <pc:sldMkLst>
          <pc:docMk/>
          <pc:sldMk cId="1163273453" sldId="793"/>
        </pc:sldMkLst>
      </pc:sldChg>
      <pc:sldChg chg="modSp add mod">
        <pc:chgData name="Karthik M" userId="6c9d086632a0424a" providerId="LiveId" clId="{D81C79B4-51B4-449C-B2FF-52AAB3D00D4B}" dt="2026-01-27T04:54:52.975" v="246" actId="20577"/>
        <pc:sldMkLst>
          <pc:docMk/>
          <pc:sldMk cId="3135873214" sldId="794"/>
        </pc:sldMkLst>
        <pc:spChg chg="mod">
          <ac:chgData name="Karthik M" userId="6c9d086632a0424a" providerId="LiveId" clId="{D81C79B4-51B4-449C-B2FF-52AAB3D00D4B}" dt="2026-01-27T04:54:52.975" v="246" actId="20577"/>
          <ac:spMkLst>
            <pc:docMk/>
            <pc:sldMk cId="3135873214" sldId="794"/>
            <ac:spMk id="2" creationId="{7C8AE556-F094-CA24-DFB1-5F44F8A2C325}"/>
          </ac:spMkLst>
        </pc:spChg>
        <pc:spChg chg="mod">
          <ac:chgData name="Karthik M" userId="6c9d086632a0424a" providerId="LiveId" clId="{D81C79B4-51B4-449C-B2FF-52AAB3D00D4B}" dt="2026-01-26T19:25:45.188" v="59" actId="1036"/>
          <ac:spMkLst>
            <pc:docMk/>
            <pc:sldMk cId="3135873214" sldId="794"/>
            <ac:spMk id="3" creationId="{44661030-3F1C-A92D-668F-4037E3611272}"/>
          </ac:spMkLst>
        </pc:spChg>
      </pc:sldChg>
      <pc:sldChg chg="modSp add mod">
        <pc:chgData name="Karthik M" userId="6c9d086632a0424a" providerId="LiveId" clId="{D81C79B4-51B4-449C-B2FF-52AAB3D00D4B}" dt="2026-01-27T05:24:15.524" v="334" actId="20577"/>
        <pc:sldMkLst>
          <pc:docMk/>
          <pc:sldMk cId="2728476301" sldId="799"/>
        </pc:sldMkLst>
        <pc:spChg chg="mod">
          <ac:chgData name="Karthik M" userId="6c9d086632a0424a" providerId="LiveId" clId="{D81C79B4-51B4-449C-B2FF-52AAB3D00D4B}" dt="2026-01-26T19:05:52.444" v="17" actId="113"/>
          <ac:spMkLst>
            <pc:docMk/>
            <pc:sldMk cId="2728476301" sldId="799"/>
            <ac:spMk id="2" creationId="{D0A0D14C-CA48-3C80-D2DE-04BA96FD904B}"/>
          </ac:spMkLst>
        </pc:spChg>
        <pc:spChg chg="mod">
          <ac:chgData name="Karthik M" userId="6c9d086632a0424a" providerId="LiveId" clId="{D81C79B4-51B4-449C-B2FF-52AAB3D00D4B}" dt="2026-01-27T05:24:15.524" v="334" actId="20577"/>
          <ac:spMkLst>
            <pc:docMk/>
            <pc:sldMk cId="2728476301" sldId="799"/>
            <ac:spMk id="3" creationId="{EC6E2134-DB46-1A14-C97A-5B5ACA940438}"/>
          </ac:spMkLst>
        </pc:spChg>
      </pc:sldChg>
      <pc:sldChg chg="modSp add mod">
        <pc:chgData name="Karthik M" userId="6c9d086632a0424a" providerId="LiveId" clId="{D81C79B4-51B4-449C-B2FF-52AAB3D00D4B}" dt="2026-01-26T19:23:08.143" v="55" actId="20577"/>
        <pc:sldMkLst>
          <pc:docMk/>
          <pc:sldMk cId="3846852547" sldId="803"/>
        </pc:sldMkLst>
        <pc:spChg chg="mod">
          <ac:chgData name="Karthik M" userId="6c9d086632a0424a" providerId="LiveId" clId="{D81C79B4-51B4-449C-B2FF-52AAB3D00D4B}" dt="2026-01-26T19:23:08.143" v="55" actId="20577"/>
          <ac:spMkLst>
            <pc:docMk/>
            <pc:sldMk cId="3846852547" sldId="803"/>
            <ac:spMk id="2" creationId="{44B02985-6262-19D0-EA40-37C74212C4C1}"/>
          </ac:spMkLst>
        </pc:spChg>
      </pc:sldChg>
      <pc:sldChg chg="modSp add mod">
        <pc:chgData name="Karthik M" userId="6c9d086632a0424a" providerId="LiveId" clId="{D81C79B4-51B4-449C-B2FF-52AAB3D00D4B}" dt="2026-01-26T19:22:55.936" v="52" actId="20577"/>
        <pc:sldMkLst>
          <pc:docMk/>
          <pc:sldMk cId="1654737729" sldId="804"/>
        </pc:sldMkLst>
        <pc:spChg chg="mod">
          <ac:chgData name="Karthik M" userId="6c9d086632a0424a" providerId="LiveId" clId="{D81C79B4-51B4-449C-B2FF-52AAB3D00D4B}" dt="2026-01-26T19:22:55.936" v="52" actId="20577"/>
          <ac:spMkLst>
            <pc:docMk/>
            <pc:sldMk cId="1654737729" sldId="804"/>
            <ac:spMk id="2" creationId="{0CEFCF3B-0557-7A85-02E0-5011D0CE342E}"/>
          </ac:spMkLst>
        </pc:spChg>
      </pc:sldChg>
      <pc:sldChg chg="modSp new mod">
        <pc:chgData name="Karthik M" userId="6c9d086632a0424a" providerId="LiveId" clId="{D81C79B4-51B4-449C-B2FF-52AAB3D00D4B}" dt="2026-01-27T05:10:49.130" v="326"/>
        <pc:sldMkLst>
          <pc:docMk/>
          <pc:sldMk cId="3987550746" sldId="805"/>
        </pc:sldMkLst>
        <pc:spChg chg="mod">
          <ac:chgData name="Karthik M" userId="6c9d086632a0424a" providerId="LiveId" clId="{D81C79B4-51B4-449C-B2FF-52AAB3D00D4B}" dt="2026-01-27T05:10:49.130" v="326"/>
          <ac:spMkLst>
            <pc:docMk/>
            <pc:sldMk cId="3987550746" sldId="805"/>
            <ac:spMk id="2" creationId="{13C7DCFB-7B9D-93AA-F192-3348E972E0C0}"/>
          </ac:spMkLst>
        </pc:spChg>
        <pc:spChg chg="mod">
          <ac:chgData name="Karthik M" userId="6c9d086632a0424a" providerId="LiveId" clId="{D81C79B4-51B4-449C-B2FF-52AAB3D00D4B}" dt="2026-01-27T05:09:28.408" v="321" actId="14100"/>
          <ac:spMkLst>
            <pc:docMk/>
            <pc:sldMk cId="3987550746" sldId="805"/>
            <ac:spMk id="3" creationId="{DF5C4B6E-5049-FFE8-8F6C-D3DCFEFC14B4}"/>
          </ac:spMkLst>
        </pc:spChg>
      </pc:sldChg>
      <pc:sldChg chg="addSp delSp modSp new mod">
        <pc:chgData name="Karthik M" userId="6c9d086632a0424a" providerId="LiveId" clId="{D81C79B4-51B4-449C-B2FF-52AAB3D00D4B}" dt="2026-02-21T04:32:50.259" v="366" actId="1076"/>
        <pc:sldMkLst>
          <pc:docMk/>
          <pc:sldMk cId="3964807040" sldId="806"/>
        </pc:sldMkLst>
        <pc:spChg chg="del">
          <ac:chgData name="Karthik M" userId="6c9d086632a0424a" providerId="LiveId" clId="{D81C79B4-51B4-449C-B2FF-52AAB3D00D4B}" dt="2026-02-21T04:32:13.680" v="357" actId="21"/>
          <ac:spMkLst>
            <pc:docMk/>
            <pc:sldMk cId="3964807040" sldId="806"/>
            <ac:spMk id="2" creationId="{EEB02F41-DC30-FE79-16F7-B1F98BDA18EC}"/>
          </ac:spMkLst>
        </pc:spChg>
        <pc:spChg chg="del">
          <ac:chgData name="Karthik M" userId="6c9d086632a0424a" providerId="LiveId" clId="{D81C79B4-51B4-449C-B2FF-52AAB3D00D4B}" dt="2026-02-21T04:12:04.384" v="343"/>
          <ac:spMkLst>
            <pc:docMk/>
            <pc:sldMk cId="3964807040" sldId="806"/>
            <ac:spMk id="3" creationId="{E318A1E5-6149-138F-8949-EDF5B99829F0}"/>
          </ac:spMkLst>
        </pc:spChg>
        <pc:spChg chg="add mod">
          <ac:chgData name="Karthik M" userId="6c9d086632a0424a" providerId="LiveId" clId="{D81C79B4-51B4-449C-B2FF-52AAB3D00D4B}" dt="2026-02-21T04:32:44.648" v="365" actId="1076"/>
          <ac:spMkLst>
            <pc:docMk/>
            <pc:sldMk cId="3964807040" sldId="806"/>
            <ac:spMk id="6" creationId="{C5F43AD6-70DF-68EB-0539-58C0278D57FF}"/>
          </ac:spMkLst>
        </pc:spChg>
        <pc:spChg chg="add mod">
          <ac:chgData name="Karthik M" userId="6c9d086632a0424a" providerId="LiveId" clId="{D81C79B4-51B4-449C-B2FF-52AAB3D00D4B}" dt="2026-02-21T04:32:24.324" v="359" actId="1076"/>
          <ac:spMkLst>
            <pc:docMk/>
            <pc:sldMk cId="3964807040" sldId="806"/>
            <ac:spMk id="9" creationId="{1592D805-5849-FFED-BA67-6EB7AF8EDE1D}"/>
          </ac:spMkLst>
        </pc:spChg>
        <pc:picChg chg="add mod">
          <ac:chgData name="Karthik M" userId="6c9d086632a0424a" providerId="LiveId" clId="{D81C79B4-51B4-449C-B2FF-52AAB3D00D4B}" dt="2026-02-21T04:32:28.273" v="361" actId="1076"/>
          <ac:picMkLst>
            <pc:docMk/>
            <pc:sldMk cId="3964807040" sldId="806"/>
            <ac:picMk id="4" creationId="{30A1BD69-392B-FA59-8E59-1F9E35029C77}"/>
          </ac:picMkLst>
        </pc:picChg>
        <pc:picChg chg="add mod">
          <ac:chgData name="Karthik M" userId="6c9d086632a0424a" providerId="LiveId" clId="{D81C79B4-51B4-449C-B2FF-52AAB3D00D4B}" dt="2026-02-21T04:32:50.259" v="366" actId="1076"/>
          <ac:picMkLst>
            <pc:docMk/>
            <pc:sldMk cId="3964807040" sldId="806"/>
            <ac:picMk id="7" creationId="{1DAE26BE-0734-D89C-8E56-A204919EC0A6}"/>
          </ac:picMkLst>
        </pc:picChg>
      </pc:sldChg>
      <pc:sldChg chg="addSp delSp modSp new mod ord">
        <pc:chgData name="Karthik M" userId="6c9d086632a0424a" providerId="LiveId" clId="{D81C79B4-51B4-449C-B2FF-52AAB3D00D4B}" dt="2026-02-21T04:36:49.310" v="386"/>
        <pc:sldMkLst>
          <pc:docMk/>
          <pc:sldMk cId="4234938053" sldId="807"/>
        </pc:sldMkLst>
        <pc:spChg chg="del mod">
          <ac:chgData name="Karthik M" userId="6c9d086632a0424a" providerId="LiveId" clId="{D81C79B4-51B4-449C-B2FF-52AAB3D00D4B}" dt="2026-02-21T04:34:07.543" v="371" actId="21"/>
          <ac:spMkLst>
            <pc:docMk/>
            <pc:sldMk cId="4234938053" sldId="807"/>
            <ac:spMk id="2" creationId="{651C8873-3E34-4EB6-A20E-5150D92D3839}"/>
          </ac:spMkLst>
        </pc:spChg>
        <pc:spChg chg="del">
          <ac:chgData name="Karthik M" userId="6c9d086632a0424a" providerId="LiveId" clId="{D81C79B4-51B4-449C-B2FF-52AAB3D00D4B}" dt="2026-02-21T04:34:11.607" v="372" actId="21"/>
          <ac:spMkLst>
            <pc:docMk/>
            <pc:sldMk cId="4234938053" sldId="807"/>
            <ac:spMk id="3" creationId="{5A6E3160-0AEB-843C-6FA8-B64A71C540BB}"/>
          </ac:spMkLst>
        </pc:spChg>
        <pc:spChg chg="add del mod">
          <ac:chgData name="Karthik M" userId="6c9d086632a0424a" providerId="LiveId" clId="{D81C79B4-51B4-449C-B2FF-52AAB3D00D4B}" dt="2026-02-21T04:34:22.858" v="374"/>
          <ac:spMkLst>
            <pc:docMk/>
            <pc:sldMk cId="4234938053" sldId="807"/>
            <ac:spMk id="5" creationId="{5A6E3160-0AEB-843C-6FA8-B64A71C540BB}"/>
          </ac:spMkLst>
        </pc:spChg>
        <pc:spChg chg="add mod">
          <ac:chgData name="Karthik M" userId="6c9d086632a0424a" providerId="LiveId" clId="{D81C79B4-51B4-449C-B2FF-52AAB3D00D4B}" dt="2026-02-21T04:36:05.574" v="382" actId="1076"/>
          <ac:spMkLst>
            <pc:docMk/>
            <pc:sldMk cId="4234938053" sldId="807"/>
            <ac:spMk id="9" creationId="{636639DB-92E7-C29C-7807-0DFB2E51D543}"/>
          </ac:spMkLst>
        </pc:spChg>
        <pc:spChg chg="add mod">
          <ac:chgData name="Karthik M" userId="6c9d086632a0424a" providerId="LiveId" clId="{D81C79B4-51B4-449C-B2FF-52AAB3D00D4B}" dt="2026-02-21T04:36:44.047" v="384" actId="1076"/>
          <ac:spMkLst>
            <pc:docMk/>
            <pc:sldMk cId="4234938053" sldId="807"/>
            <ac:spMk id="11" creationId="{61362A65-3B4D-31E8-F19D-B20F9FF1F242}"/>
          </ac:spMkLst>
        </pc:spChg>
        <pc:picChg chg="add del mod">
          <ac:chgData name="Karthik M" userId="6c9d086632a0424a" providerId="LiveId" clId="{D81C79B4-51B4-449C-B2FF-52AAB3D00D4B}" dt="2026-02-21T04:33:57.012" v="369" actId="478"/>
          <ac:picMkLst>
            <pc:docMk/>
            <pc:sldMk cId="4234938053" sldId="807"/>
            <ac:picMk id="4" creationId="{9EA669A7-62AB-0E7E-6EBE-B4BC26542DA6}"/>
          </ac:picMkLst>
        </pc:picChg>
        <pc:picChg chg="add mod">
          <ac:chgData name="Karthik M" userId="6c9d086632a0424a" providerId="LiveId" clId="{D81C79B4-51B4-449C-B2FF-52AAB3D00D4B}" dt="2026-02-21T04:35:06.483" v="377" actId="1035"/>
          <ac:picMkLst>
            <pc:docMk/>
            <pc:sldMk cId="4234938053" sldId="807"/>
            <ac:picMk id="6" creationId="{56641AFD-AD3B-098A-96BE-1179208BAD76}"/>
          </ac:picMkLst>
        </pc:picChg>
        <pc:picChg chg="add mod">
          <ac:chgData name="Karthik M" userId="6c9d086632a0424a" providerId="LiveId" clId="{D81C79B4-51B4-449C-B2FF-52AAB3D00D4B}" dt="2026-02-21T04:35:35.095" v="379" actId="1076"/>
          <ac:picMkLst>
            <pc:docMk/>
            <pc:sldMk cId="4234938053" sldId="807"/>
            <ac:picMk id="7" creationId="{819A6EE6-0006-106C-DE56-BE5AEA45C7F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DCF6-D928-90C0-CE7C-79AB4FCEC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535F8A-1216-345A-5329-B508614FC8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04A8A1-0173-D5C2-CFAD-87C07834CB8B}"/>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5" name="Footer Placeholder 4">
            <a:extLst>
              <a:ext uri="{FF2B5EF4-FFF2-40B4-BE49-F238E27FC236}">
                <a16:creationId xmlns:a16="http://schemas.microsoft.com/office/drawing/2014/main" id="{C0242E48-9C39-5BA6-6295-BEEE4727E6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1909B6-0C21-DEF9-ECFD-277326196243}"/>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2689705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BDC66-9015-2D1A-1B41-25A4D10A99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F092B2-39B3-6FE7-139C-E3F35D3F5D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1F38D7-73F6-8C45-2A50-112259D2055D}"/>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5" name="Footer Placeholder 4">
            <a:extLst>
              <a:ext uri="{FF2B5EF4-FFF2-40B4-BE49-F238E27FC236}">
                <a16:creationId xmlns:a16="http://schemas.microsoft.com/office/drawing/2014/main" id="{FF21A22F-3A22-320D-70D1-650DAF0E3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07968A-F7B4-CEF6-D218-F33397209280}"/>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1184127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6C87-30DF-A838-D683-88E429A51E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165420-9CAC-11CB-3863-65D6305B43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652BA0-FAE9-F8EB-89EC-420A02D279D1}"/>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5" name="Footer Placeholder 4">
            <a:extLst>
              <a:ext uri="{FF2B5EF4-FFF2-40B4-BE49-F238E27FC236}">
                <a16:creationId xmlns:a16="http://schemas.microsoft.com/office/drawing/2014/main" id="{B114A65E-8B53-505E-6CB3-0B9990122A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D1A519-CF89-0B84-2FB8-7450BC978279}"/>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2291837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3203D-AB1D-DB49-4921-CF82B0E5E8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249991-8796-A93A-8AA5-1D96C4A19E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123E72-341B-3F31-5FAD-698FE292BE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4D7D2BF-33E9-75B9-BE06-6CB7133F844C}"/>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6" name="Footer Placeholder 5">
            <a:extLst>
              <a:ext uri="{FF2B5EF4-FFF2-40B4-BE49-F238E27FC236}">
                <a16:creationId xmlns:a16="http://schemas.microsoft.com/office/drawing/2014/main" id="{46759563-0779-1624-28A8-90EF84A94E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6DE243-0CBE-B8B3-B245-2F7F90408BF9}"/>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3687487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0354-1346-2C65-5608-9A8130391C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8DD83A-7019-9C3E-9047-23A2161258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23E18C-9909-D1F8-CEE3-ABEC3C1958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06AD6A-3079-ED6F-8DA7-C9AFF77C83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146633-31E3-60AA-210B-F0A220A1E0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E4FE80-0820-6CA7-65FB-DD62D99D9A0F}"/>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8" name="Footer Placeholder 7">
            <a:extLst>
              <a:ext uri="{FF2B5EF4-FFF2-40B4-BE49-F238E27FC236}">
                <a16:creationId xmlns:a16="http://schemas.microsoft.com/office/drawing/2014/main" id="{98641699-76E6-6EFC-307C-CBB18A83D6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B0780E-C9E1-CF0C-C2D0-E425FF3876FA}"/>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1638359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5F2F-E9C9-9E23-E197-2E11CD6DC0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C544CF-23B8-0C7D-DA53-C91A9EAE7F43}"/>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4" name="Footer Placeholder 3">
            <a:extLst>
              <a:ext uri="{FF2B5EF4-FFF2-40B4-BE49-F238E27FC236}">
                <a16:creationId xmlns:a16="http://schemas.microsoft.com/office/drawing/2014/main" id="{2F5DED7B-43B0-9183-D377-3288D7432E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D3822F-EDC8-19BF-5785-D8A81BD024A8}"/>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3757985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FE8131-2076-C963-6371-D778E1350F46}"/>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3" name="Footer Placeholder 2">
            <a:extLst>
              <a:ext uri="{FF2B5EF4-FFF2-40B4-BE49-F238E27FC236}">
                <a16:creationId xmlns:a16="http://schemas.microsoft.com/office/drawing/2014/main" id="{B72BB3D3-CA2C-ECCE-1F7E-F8C547EFE2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4188D9-C1E9-3994-E8BA-9BA62E61FBE2}"/>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1981971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A1F9A-5FE8-EE82-113D-F47F6221EE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B09EB2-EFBC-5107-2002-166A577EB7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FBDC56-D5BE-9CAE-3889-3643E9CA3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7F7CA8-7635-E57C-FDDA-B391F78EA377}"/>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6" name="Footer Placeholder 5">
            <a:extLst>
              <a:ext uri="{FF2B5EF4-FFF2-40B4-BE49-F238E27FC236}">
                <a16:creationId xmlns:a16="http://schemas.microsoft.com/office/drawing/2014/main" id="{950F2F84-5F66-7C26-5E30-796320AB62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52CE48-DD45-1C27-C817-AF472C6220EE}"/>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1505438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1CE2-77D7-01D1-2EA1-F591273201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15E32E-5D0A-C841-FC06-9F9A7EFE77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2CCBF5-E705-F102-3541-E528099782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12D8F9-B86C-469F-70D5-F4850F2BF737}"/>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6" name="Footer Placeholder 5">
            <a:extLst>
              <a:ext uri="{FF2B5EF4-FFF2-40B4-BE49-F238E27FC236}">
                <a16:creationId xmlns:a16="http://schemas.microsoft.com/office/drawing/2014/main" id="{864992AF-6237-DC7D-9C68-8850A9ECAE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5FB1FB-5D32-F15C-D239-E0E843760B98}"/>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3925581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828C-22D8-3353-3E8A-E6843D7F2E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DE6C1D-3D29-F585-0CD7-878A08E13D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039A40-8814-2613-1530-795DD6638A57}"/>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5" name="Footer Placeholder 4">
            <a:extLst>
              <a:ext uri="{FF2B5EF4-FFF2-40B4-BE49-F238E27FC236}">
                <a16:creationId xmlns:a16="http://schemas.microsoft.com/office/drawing/2014/main" id="{7A260EF1-5A3A-5D93-6732-F489006C28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34152-5D85-2F8C-5A4E-B3A2339F11A8}"/>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2832249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28044A-25A6-A0C4-7A3A-8142999FAA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D21A63-96F5-37CD-B73B-5984F8BBF8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8BB606-AE60-A05C-A8D8-373CFF0E2C9D}"/>
              </a:ext>
            </a:extLst>
          </p:cNvPr>
          <p:cNvSpPr>
            <a:spLocks noGrp="1"/>
          </p:cNvSpPr>
          <p:nvPr>
            <p:ph type="dt" sz="half" idx="10"/>
          </p:nvPr>
        </p:nvSpPr>
        <p:spPr/>
        <p:txBody>
          <a:bodyPr/>
          <a:lstStyle/>
          <a:p>
            <a:fld id="{B7703118-3051-46EB-A501-B74459E5A7CB}" type="datetimeFigureOut">
              <a:rPr lang="en-IN" smtClean="0"/>
              <a:t>21-02-2026</a:t>
            </a:fld>
            <a:endParaRPr lang="en-IN"/>
          </a:p>
        </p:txBody>
      </p:sp>
      <p:sp>
        <p:nvSpPr>
          <p:cNvPr id="5" name="Footer Placeholder 4">
            <a:extLst>
              <a:ext uri="{FF2B5EF4-FFF2-40B4-BE49-F238E27FC236}">
                <a16:creationId xmlns:a16="http://schemas.microsoft.com/office/drawing/2014/main" id="{58EC71B7-50A6-1ADE-B961-5DE80E9B5F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80820-DD7C-5C6E-8ADF-7DEB4AE26FA9}"/>
              </a:ext>
            </a:extLst>
          </p:cNvPr>
          <p:cNvSpPr>
            <a:spLocks noGrp="1"/>
          </p:cNvSpPr>
          <p:nvPr>
            <p:ph type="sldNum" sz="quarter" idx="12"/>
          </p:nvPr>
        </p:nvSpPr>
        <p:spPr/>
        <p:txBody>
          <a:bodyPr/>
          <a:lstStyle/>
          <a:p>
            <a:fld id="{3D574D72-03AD-4A51-A2F4-CA4FC7D8B9C8}" type="slidenum">
              <a:rPr lang="en-IN" smtClean="0"/>
              <a:t>‹#›</a:t>
            </a:fld>
            <a:endParaRPr lang="en-IN"/>
          </a:p>
        </p:txBody>
      </p:sp>
    </p:spTree>
    <p:extLst>
      <p:ext uri="{BB962C8B-B14F-4D97-AF65-F5344CB8AC3E}">
        <p14:creationId xmlns:p14="http://schemas.microsoft.com/office/powerpoint/2010/main" val="2027722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703455-30F2-8522-3E69-CC34CFFFCE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273249-B3BD-8D08-11C7-F65BA1D10F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F71C4C-1D00-28DF-7FFC-FCEA7F4FB0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703118-3051-46EB-A501-B74459E5A7CB}" type="datetimeFigureOut">
              <a:rPr lang="en-IN" smtClean="0"/>
              <a:t>21-02-2026</a:t>
            </a:fld>
            <a:endParaRPr lang="en-IN"/>
          </a:p>
        </p:txBody>
      </p:sp>
      <p:sp>
        <p:nvSpPr>
          <p:cNvPr id="5" name="Footer Placeholder 4">
            <a:extLst>
              <a:ext uri="{FF2B5EF4-FFF2-40B4-BE49-F238E27FC236}">
                <a16:creationId xmlns:a16="http://schemas.microsoft.com/office/drawing/2014/main" id="{E4D591B5-2385-0AC6-7653-75F3F3949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5B7753-53D2-EFED-CF59-282BACEA24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574D72-03AD-4A51-A2F4-CA4FC7D8B9C8}" type="slidenum">
              <a:rPr lang="en-IN" smtClean="0"/>
              <a:t>‹#›</a:t>
            </a:fld>
            <a:endParaRPr lang="en-IN"/>
          </a:p>
        </p:txBody>
      </p:sp>
    </p:spTree>
    <p:extLst>
      <p:ext uri="{BB962C8B-B14F-4D97-AF65-F5344CB8AC3E}">
        <p14:creationId xmlns:p14="http://schemas.microsoft.com/office/powerpoint/2010/main" val="2029177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68B97AC5-8C21-C622-DFE8-55B728863467}"/>
              </a:ext>
            </a:extLst>
          </p:cNvPr>
          <p:cNvSpPr txBox="1">
            <a:spLocks/>
          </p:cNvSpPr>
          <p:nvPr/>
        </p:nvSpPr>
        <p:spPr>
          <a:xfrm>
            <a:off x="-1" y="1768565"/>
            <a:ext cx="12192000" cy="8777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pitchFamily="18" charset="0"/>
                <a:cs typeface="Times New Roman" pitchFamily="18" charset="0"/>
              </a:rPr>
              <a:t>LOGO DETECTION and BRAND RECOGNITION SYSTEM</a:t>
            </a:r>
          </a:p>
          <a:p>
            <a:pPr marL="0" indent="0" algn="ctr">
              <a:buNone/>
            </a:pPr>
            <a:r>
              <a:rPr lang="en-US" b="1" dirty="0">
                <a:latin typeface="Times New Roman" pitchFamily="18" charset="0"/>
                <a:cs typeface="Times New Roman" pitchFamily="18" charset="0"/>
              </a:rPr>
              <a:t>USING AI and REAL-TIME IMAGE PROCESSING</a:t>
            </a:r>
          </a:p>
          <a:p>
            <a:pPr marL="0" indent="0" algn="ctr">
              <a:buNone/>
            </a:pPr>
            <a:endParaRPr lang="en-US"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4F9554-70FB-7959-C352-2A29A458E2FD}"/>
              </a:ext>
            </a:extLst>
          </p:cNvPr>
          <p:cNvSpPr txBox="1"/>
          <p:nvPr/>
        </p:nvSpPr>
        <p:spPr>
          <a:xfrm>
            <a:off x="1980488" y="2703513"/>
            <a:ext cx="8231021" cy="3046988"/>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07 </a:t>
            </a:r>
            <a:endParaRPr lang="en-US" sz="2400" b="1" dirty="0">
              <a:solidFill>
                <a:srgbClr val="FF0000"/>
              </a:solidFill>
              <a:latin typeface="Times New Roman" pitchFamily="18" charset="0"/>
              <a:cs typeface="Times New Roman" pitchFamily="18" charset="0"/>
            </a:endParaRP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S.Rishi</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Rupak			(239P1A6724) </a:t>
            </a: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M.Karthik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(239P1A6719)</a:t>
            </a: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I.Sathwik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Reddy			(239P1A6704)</a:t>
            </a: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M.Shiva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Rama Krishna		(239P1A6732)</a:t>
            </a:r>
          </a:p>
          <a:p>
            <a:pPr algn="ct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EA464F5-6943-455B-2EBB-7341ADE445FA}"/>
              </a:ext>
            </a:extLst>
          </p:cNvPr>
          <p:cNvSpPr txBox="1"/>
          <p:nvPr/>
        </p:nvSpPr>
        <p:spPr>
          <a:xfrm>
            <a:off x="0" y="5288340"/>
            <a:ext cx="12191999" cy="1938992"/>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  </a:t>
            </a:r>
          </a:p>
          <a:p>
            <a:pPr algn="ctr"/>
            <a:r>
              <a:rPr lang="en-US" sz="2400" b="1" dirty="0" err="1">
                <a:latin typeface="Times New Roman" panose="02020603050405020304" pitchFamily="18" charset="0"/>
                <a:cs typeface="Times New Roman" panose="02020603050405020304" pitchFamily="18" charset="0"/>
              </a:rPr>
              <a:t>Ms.Farhana</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Computer Science and Engineering</a:t>
            </a:r>
            <a:endParaRPr lang="en-US" sz="2400" b="1" dirty="0">
              <a:solidFill>
                <a:srgbClr val="FF0000"/>
              </a:solidFill>
              <a:latin typeface="Times New Roman" pitchFamily="18" charset="0"/>
              <a:cs typeface="Times New Roman"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302C3FE-1BAB-F7D1-90C1-59E2C08016D0}"/>
              </a:ext>
            </a:extLst>
          </p:cNvPr>
          <p:cNvSpPr txBox="1"/>
          <p:nvPr/>
        </p:nvSpPr>
        <p:spPr>
          <a:xfrm>
            <a:off x="206250" y="1355630"/>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Computer Science and Engineering (Data Science)</a:t>
            </a:r>
          </a:p>
        </p:txBody>
      </p:sp>
      <p:pic>
        <p:nvPicPr>
          <p:cNvPr id="8" name="Picture 7">
            <a:extLst>
              <a:ext uri="{FF2B5EF4-FFF2-40B4-BE49-F238E27FC236}">
                <a16:creationId xmlns:a16="http://schemas.microsoft.com/office/drawing/2014/main" id="{BDEEE8EA-ADE8-0642-62B4-D29778C950A4}"/>
              </a:ext>
            </a:extLst>
          </p:cNvPr>
          <p:cNvPicPr>
            <a:picLocks noChangeAspect="1"/>
          </p:cNvPicPr>
          <p:nvPr/>
        </p:nvPicPr>
        <p:blipFill>
          <a:blip r:embed="rId2"/>
          <a:stretch>
            <a:fillRect/>
          </a:stretch>
        </p:blipFill>
        <p:spPr>
          <a:xfrm>
            <a:off x="817547" y="0"/>
            <a:ext cx="11166529" cy="1456840"/>
          </a:xfrm>
          <a:prstGeom prst="rect">
            <a:avLst/>
          </a:prstGeom>
        </p:spPr>
      </p:pic>
      <p:pic>
        <p:nvPicPr>
          <p:cNvPr id="9" name="Picture 8">
            <a:extLst>
              <a:ext uri="{FF2B5EF4-FFF2-40B4-BE49-F238E27FC236}">
                <a16:creationId xmlns:a16="http://schemas.microsoft.com/office/drawing/2014/main" id="{557CD700-D174-92FB-D80D-A8B1339B19FA}"/>
              </a:ext>
            </a:extLst>
          </p:cNvPr>
          <p:cNvPicPr>
            <a:picLocks noChangeAspect="1"/>
          </p:cNvPicPr>
          <p:nvPr/>
        </p:nvPicPr>
        <p:blipFill>
          <a:blip r:embed="rId3">
            <a:alphaModFix amt="5000"/>
          </a:blip>
          <a:stretch>
            <a:fillRect/>
          </a:stretch>
        </p:blipFill>
        <p:spPr>
          <a:xfrm>
            <a:off x="511579" y="2703513"/>
            <a:ext cx="11168840" cy="1938992"/>
          </a:xfrm>
          <a:prstGeom prst="rect">
            <a:avLst/>
          </a:prstGeom>
        </p:spPr>
      </p:pic>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normAutofit/>
          </a:bodyPr>
          <a:lstStyle/>
          <a:p>
            <a:pPr algn="ctr"/>
            <a:r>
              <a:rPr lang="en-IN" sz="2800" b="1" dirty="0">
                <a:latin typeface="Times New Roman" panose="02020603050405020304" pitchFamily="18" charset="0"/>
                <a:cs typeface="Times New Roman" panose="02020603050405020304" pitchFamily="18" charset="0"/>
              </a:rPr>
              <a:t>OUTLINE </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017037"/>
            <a:ext cx="12191999" cy="4973314"/>
          </a:xfrm>
        </p:spPr>
        <p:txBody>
          <a:bodyPr>
            <a:noAutofit/>
          </a:bodyPr>
          <a:lstStyle/>
          <a:p>
            <a:pPr marL="457200" indent="-457200" algn="just">
              <a:lnSpc>
                <a:spcPct val="150000"/>
              </a:lnSpc>
              <a:spcBef>
                <a:spcPts val="415"/>
              </a:spcBef>
              <a:buSzPct val="80000"/>
              <a:buFont typeface="+mj-lt"/>
              <a:buAutoNum type="arabicPeriod"/>
              <a:tabLst>
                <a:tab pos="367030" algn="l"/>
              </a:tabLst>
            </a:pPr>
            <a:r>
              <a:rPr lang="en-IN" sz="2000" dirty="0">
                <a:latin typeface="Times New Roman" panose="02020603050405020304" pitchFamily="18" charset="0"/>
                <a:ea typeface="Times New Roman" panose="02020603050405020304" pitchFamily="18" charset="0"/>
              </a:rPr>
              <a:t>Title Of The Project </a:t>
            </a:r>
          </a:p>
          <a:p>
            <a:pPr marL="457200" indent="-457200" algn="just">
              <a:lnSpc>
                <a:spcPct val="150000"/>
              </a:lnSpc>
              <a:spcBef>
                <a:spcPts val="415"/>
              </a:spcBef>
              <a:buSzPct val="80000"/>
              <a:buFont typeface="+mj-lt"/>
              <a:buAutoNum type="arabicPeriod"/>
              <a:tabLst>
                <a:tab pos="367030" algn="l"/>
              </a:tabLst>
            </a:pPr>
            <a:r>
              <a:rPr lang="en-IN" sz="2000"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sz="2000" dirty="0">
                <a:latin typeface="Times New Roman" panose="02020603050405020304" pitchFamily="18" charset="0"/>
                <a:ea typeface="Times New Roman" panose="02020603050405020304" pitchFamily="18" charset="0"/>
              </a:rPr>
              <a:t>Introduction</a:t>
            </a:r>
          </a:p>
          <a:p>
            <a:pPr marL="457200" indent="-457200" algn="just">
              <a:lnSpc>
                <a:spcPct val="150000"/>
              </a:lnSpc>
              <a:spcBef>
                <a:spcPts val="415"/>
              </a:spcBef>
              <a:buSzPct val="80000"/>
              <a:buFont typeface="+mj-lt"/>
              <a:buAutoNum type="arabicPeriod"/>
              <a:tabLst>
                <a:tab pos="367030" algn="l"/>
              </a:tabLst>
            </a:pPr>
            <a:r>
              <a:rPr lang="en-US" sz="2000" dirty="0">
                <a:latin typeface="Times New Roman" panose="02020603050405020304" pitchFamily="18" charset="0"/>
                <a:cs typeface="Times New Roman" panose="02020603050405020304" pitchFamily="18" charset="0"/>
              </a:rPr>
              <a:t>Literature Survey</a:t>
            </a:r>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r>
              <a:rPr lang="en-US" sz="2000" dirty="0">
                <a:latin typeface="Times New Roman" panose="02020603050405020304" pitchFamily="18" charset="0"/>
                <a:cs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US" sz="2000" dirty="0">
                <a:latin typeface="Times New Roman" panose="02020603050405020304" pitchFamily="18" charset="0"/>
                <a:cs typeface="Times New Roman" panose="02020603050405020304" pitchFamily="18" charset="0"/>
              </a:rPr>
              <a:t>Proposed System</a:t>
            </a:r>
          </a:p>
          <a:p>
            <a:pPr marL="457200" indent="-457200" algn="just">
              <a:lnSpc>
                <a:spcPct val="150000"/>
              </a:lnSpc>
              <a:spcBef>
                <a:spcPts val="415"/>
              </a:spcBef>
              <a:buSzPct val="80000"/>
              <a:buFont typeface="+mj-lt"/>
              <a:buAutoNum type="arabicPeriod"/>
              <a:tabLst>
                <a:tab pos="367030" algn="l"/>
              </a:tabLst>
            </a:pPr>
            <a:r>
              <a:rPr lang="en-IN" sz="2000" dirty="0">
                <a:latin typeface="Times New Roman" panose="02020603050405020304" pitchFamily="18" charset="0"/>
                <a:cs typeface="Times New Roman" panose="02020603050405020304" pitchFamily="18" charset="0"/>
              </a:rPr>
              <a:t>Module Split –Up</a:t>
            </a:r>
            <a:endParaRPr lang="en-US" sz="2000" dirty="0">
              <a:latin typeface="Times New Roman" panose="02020603050405020304" pitchFamily="18" charset="0"/>
              <a:cs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r>
              <a:rPr lang="en-IN" sz="2000" dirty="0">
                <a:latin typeface="Times New Roman" panose="02020603050405020304" pitchFamily="18" charset="0"/>
                <a:cs typeface="Times New Roman" panose="02020603050405020304" pitchFamily="18" charset="0"/>
              </a:rPr>
              <a:t>References</a:t>
            </a:r>
            <a:endParaRPr lang="en-IN" sz="2000" dirty="0"/>
          </a:p>
          <a:p>
            <a:pPr marL="457200" indent="-457200" algn="just">
              <a:lnSpc>
                <a:spcPct val="150000"/>
              </a:lnSpc>
              <a:spcBef>
                <a:spcPts val="415"/>
              </a:spcBef>
              <a:buSzPct val="80000"/>
              <a:buFont typeface="+mj-lt"/>
              <a:buAutoNum type="arabicPeriod"/>
              <a:tabLst>
                <a:tab pos="367030" algn="l"/>
              </a:tabLst>
            </a:pP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a:t>
            </a:fld>
            <a:endParaRPr lang="en-IN"/>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9FFB-C4D0-E935-091D-849DB0078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0D14C-CA48-3C80-D2DE-04BA96FD904B}"/>
              </a:ext>
            </a:extLst>
          </p:cNvPr>
          <p:cNvSpPr>
            <a:spLocks noGrp="1"/>
          </p:cNvSpPr>
          <p:nvPr>
            <p:ph type="title"/>
          </p:nvPr>
        </p:nvSpPr>
        <p:spPr>
          <a:xfrm>
            <a:off x="0" y="1"/>
            <a:ext cx="12192000" cy="3429000"/>
          </a:xfrm>
        </p:spPr>
        <p:txBody>
          <a:bodyPr>
            <a:normAutofit/>
          </a:bodyPr>
          <a:lstStyle/>
          <a:p>
            <a:pPr algn="ctr">
              <a:lnSpc>
                <a:spcPct val="150000"/>
              </a:lnSpc>
              <a:spcBef>
                <a:spcPts val="415"/>
              </a:spcBef>
              <a:buSzPct val="80000"/>
              <a:tabLst>
                <a:tab pos="367030" algn="l"/>
              </a:tabLst>
            </a:pPr>
            <a:r>
              <a:rPr lang="en-US" sz="2800" dirty="0">
                <a:latin typeface="Times New Roman" panose="02020603050405020304" pitchFamily="18" charset="0"/>
                <a:cs typeface="Times New Roman" panose="02020603050405020304" pitchFamily="18" charset="0"/>
              </a:rPr>
              <a:t>LOGO DETECTION AND BRAND RECOGNITION SYSTEM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USING AI AND REAL-TIME IMAGE PROCESSING</a:t>
            </a:r>
            <a:br>
              <a:rPr lang="en-IN"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6E2134-DB46-1A14-C97A-5B5ACA940438}"/>
              </a:ext>
            </a:extLst>
          </p:cNvPr>
          <p:cNvSpPr>
            <a:spLocks noGrp="1"/>
          </p:cNvSpPr>
          <p:nvPr>
            <p:ph idx="1"/>
          </p:nvPr>
        </p:nvSpPr>
        <p:spPr>
          <a:xfrm>
            <a:off x="-1" y="3429001"/>
            <a:ext cx="12191999" cy="3428998"/>
          </a:xfrm>
        </p:spPr>
        <p:txBody>
          <a:bodyPr>
            <a:normAutofit/>
          </a:bodyPr>
          <a:lstStyle/>
          <a:p>
            <a:pPr marL="0" indent="0" algn="ctr">
              <a:buNone/>
            </a:pPr>
            <a:r>
              <a:rPr lang="en-US" dirty="0">
                <a:latin typeface="Times New Roman" panose="02020603050405020304" pitchFamily="18" charset="0"/>
                <a:cs typeface="Times New Roman" panose="02020603050405020304" pitchFamily="18" charset="0"/>
              </a:rPr>
              <a:t>“Logo Detection And Brand Recognition System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Using Ai And Real-time Image Processing</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Detect Logos In Visual Data And Classify Them By Matching Features With A Trained Brand Database”</a:t>
            </a:r>
          </a:p>
        </p:txBody>
      </p:sp>
      <p:sp>
        <p:nvSpPr>
          <p:cNvPr id="4" name="Date Placeholder 3">
            <a:extLst>
              <a:ext uri="{FF2B5EF4-FFF2-40B4-BE49-F238E27FC236}">
                <a16:creationId xmlns:a16="http://schemas.microsoft.com/office/drawing/2014/main" id="{614D9346-077D-AE58-961A-EFB398B56BA7}"/>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7586B55A-C109-6FB8-AE00-290E462C3BF6}"/>
              </a:ext>
            </a:extLst>
          </p:cNvPr>
          <p:cNvSpPr>
            <a:spLocks noGrp="1"/>
          </p:cNvSpPr>
          <p:nvPr>
            <p:ph type="sldNum" sz="quarter" idx="12"/>
          </p:nvPr>
        </p:nvSpPr>
        <p:spPr/>
        <p:txBody>
          <a:bodyPr/>
          <a:lstStyle/>
          <a:p>
            <a:fld id="{A0183BA4-7B10-4BE3-A0B2-A48721054ED6}" type="slidenum">
              <a:rPr lang="en-IN" smtClean="0"/>
              <a:pPr/>
              <a:t>3</a:t>
            </a:fld>
            <a:endParaRPr lang="en-IN"/>
          </a:p>
        </p:txBody>
      </p:sp>
    </p:spTree>
    <p:extLst>
      <p:ext uri="{BB962C8B-B14F-4D97-AF65-F5344CB8AC3E}">
        <p14:creationId xmlns:p14="http://schemas.microsoft.com/office/powerpoint/2010/main" val="272847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41945"/>
            <a:ext cx="12192000" cy="2015412"/>
          </a:xfrm>
        </p:spPr>
        <p:txBody>
          <a:bodyPr>
            <a:norm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2080727"/>
            <a:ext cx="12191999" cy="4096236"/>
          </a:xfrm>
        </p:spPr>
        <p:txBody>
          <a:bodyPr/>
          <a:lstStyle/>
          <a:p>
            <a:pPr marL="0" indent="0" algn="just" eaLnBrk="0" fontAlgn="base" hangingPunct="0">
              <a:lnSpc>
                <a:spcPct val="100000"/>
              </a:lnSpc>
              <a:spcBef>
                <a:spcPct val="20000"/>
              </a:spcBef>
              <a:spcAft>
                <a:spcPct val="0"/>
              </a:spcAft>
              <a:buClr>
                <a:srgbClr val="00007D"/>
              </a:buClr>
              <a:buSzPct val="75000"/>
              <a:buNone/>
            </a:pPr>
            <a:r>
              <a:rPr lang="en-US" dirty="0">
                <a:latin typeface="Times New Roman" panose="02020603050405020304" pitchFamily="18" charset="0"/>
                <a:cs typeface="Times New Roman" panose="02020603050405020304" pitchFamily="18" charset="0"/>
              </a:rPr>
              <a:t>This project proposes an AI-based Logo Detection and Brand Recognition System using deep learning techniques. Convolutional Neural Networks (CNNs) and object detection models are used to detect and classify logos from images and real-time video streams. The system automatically extracts visual features, eliminating the need for manual or rule-based methods. It performs robustly under varying conditions such as changes in scale, orientation, and lighting. Real-time image processing enables fast and accurate recognition for live camera feeds. The system is useful for brand monitoring, copyright enforcement, and digital media analytics.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4</a:t>
            </a:fld>
            <a:endParaRPr lang="en-IN"/>
          </a:p>
        </p:txBody>
      </p:sp>
    </p:spTree>
    <p:extLst>
      <p:ext uri="{BB962C8B-B14F-4D97-AF65-F5344CB8AC3E}">
        <p14:creationId xmlns:p14="http://schemas.microsoft.com/office/powerpoint/2010/main" val="1287536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399592"/>
          </a:xfrm>
        </p:spPr>
        <p:txBody>
          <a:bodyPr>
            <a:normAutofit/>
          </a:bodyPr>
          <a:lstStyle/>
          <a:p>
            <a:pPr algn="ctr"/>
            <a:r>
              <a:rPr lang="en-IN" sz="28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399591"/>
            <a:ext cx="12191999" cy="4777371"/>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Logos are a crucial part of brand identity, and detecting them accurately in various media formats is essential for marketing, copyright enforcement, and counterfeit detection. Traditional logo recognition approaches depend on template matching and feature-based extraction, which often fail under varying lighting, occlusions, and transformations.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AI-powered logo detection leverages deep learning models to analyze images and videos, enabling real-time logo recognition with high precision. CNNs and object detection frameworks such as YOLO and Faster R-CNN improve accuracy in detecting logos across diverse backgrounds and conditions.</a:t>
            </a:r>
            <a:endParaRPr lang="en-IN" dirty="0">
              <a:latin typeface="Times New Roman" panose="02020603050405020304" pitchFamily="18" charset="0"/>
              <a:cs typeface="Times New Roman" panose="02020603050405020304" pitchFamily="18" charset="0"/>
            </a:endParaRPr>
          </a:p>
          <a:p>
            <a:pPr marL="0" indent="0" algn="just">
              <a:buNone/>
            </a:pP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5</a:t>
            </a:fld>
            <a:endParaRPr lang="en-IN"/>
          </a:p>
        </p:txBody>
      </p:sp>
    </p:spTree>
    <p:extLst>
      <p:ext uri="{BB962C8B-B14F-4D97-AF65-F5344CB8AC3E}">
        <p14:creationId xmlns:p14="http://schemas.microsoft.com/office/powerpoint/2010/main" val="45987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normAutofit/>
          </a:bodyPr>
          <a:lstStyle/>
          <a:p>
            <a:pPr algn="ctr"/>
            <a:r>
              <a:rPr lang="en-IN" sz="28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project aims to develop an AI-driven system for real-time logo detection that processes image data, identifies brand logos, and categorizes them efficiently. The system integrates deep learning-based feature extraction, real-time image processing, and automated classification to enhance brand monitoring capabilities.</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By adopting AI-driven logo detection, businesses, law enforcement agencies, and marketers can efficiently track brand usage, detect counterfeiting, and improve digital marketing strategies.</a:t>
            </a:r>
            <a:endParaRPr lang="en-IN"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20000"/>
              </a:spcBef>
              <a:spcAft>
                <a:spcPct val="0"/>
              </a:spcAft>
              <a:buClr>
                <a:srgbClr val="00007D"/>
              </a:buClr>
              <a:buSzPct val="75000"/>
            </a:pP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6</a:t>
            </a:fld>
            <a:endParaRPr lang="en-IN"/>
          </a:p>
        </p:txBody>
      </p:sp>
    </p:spTree>
    <p:extLst>
      <p:ext uri="{BB962C8B-B14F-4D97-AF65-F5344CB8AC3E}">
        <p14:creationId xmlns:p14="http://schemas.microsoft.com/office/powerpoint/2010/main" val="590321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Slide Number"/>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IN" smtClean="0"/>
              <a:pPr/>
              <a:t>7</a:t>
            </a:fld>
            <a:endParaRPr/>
          </a:p>
        </p:txBody>
      </p:sp>
      <p:sp>
        <p:nvSpPr>
          <p:cNvPr id="121" name="LITERATURE SURVEY"/>
          <p:cNvSpPr txBox="1"/>
          <p:nvPr/>
        </p:nvSpPr>
        <p:spPr>
          <a:xfrm>
            <a:off x="4099396" y="248942"/>
            <a:ext cx="3993207"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4000" b="1">
                <a:latin typeface="Times New Roman"/>
                <a:ea typeface="Times New Roman"/>
                <a:cs typeface="Times New Roman"/>
                <a:sym typeface="Times New Roman"/>
              </a:defRPr>
            </a:lvl1pPr>
          </a:lstStyle>
          <a:p>
            <a:r>
              <a:rPr lang="en-IN" sz="2800" dirty="0"/>
              <a:t>LITERATURE SURVEY</a:t>
            </a:r>
            <a:endParaRPr sz="2800" dirty="0"/>
          </a:p>
        </p:txBody>
      </p:sp>
      <p:graphicFrame>
        <p:nvGraphicFramePr>
          <p:cNvPr id="7" name="Table 6">
            <a:extLst>
              <a:ext uri="{FF2B5EF4-FFF2-40B4-BE49-F238E27FC236}">
                <a16:creationId xmlns:a16="http://schemas.microsoft.com/office/drawing/2014/main" id="{D1C6BA3C-D7D4-C4EA-50CA-769E2616485A}"/>
              </a:ext>
            </a:extLst>
          </p:cNvPr>
          <p:cNvGraphicFramePr>
            <a:graphicFrameLocks noGrp="1"/>
          </p:cNvGraphicFramePr>
          <p:nvPr>
            <p:extLst>
              <p:ext uri="{D42A27DB-BD31-4B8C-83A1-F6EECF244321}">
                <p14:modId xmlns:p14="http://schemas.microsoft.com/office/powerpoint/2010/main" val="2802570279"/>
              </p:ext>
            </p:extLst>
          </p:nvPr>
        </p:nvGraphicFramePr>
        <p:xfrm>
          <a:off x="838200" y="772163"/>
          <a:ext cx="10515601" cy="5642598"/>
        </p:xfrm>
        <a:graphic>
          <a:graphicData uri="http://schemas.openxmlformats.org/drawingml/2006/table">
            <a:tbl>
              <a:tblPr firstRow="1" bandRow="1">
                <a:tableStyleId>{5C22544A-7EE6-4342-B048-85BDC9FD1C3A}</a:tableStyleId>
              </a:tblPr>
              <a:tblGrid>
                <a:gridCol w="1238864">
                  <a:extLst>
                    <a:ext uri="{9D8B030D-6E8A-4147-A177-3AD203B41FA5}">
                      <a16:colId xmlns:a16="http://schemas.microsoft.com/office/drawing/2014/main" val="1588061256"/>
                    </a:ext>
                  </a:extLst>
                </a:gridCol>
                <a:gridCol w="2749220">
                  <a:extLst>
                    <a:ext uri="{9D8B030D-6E8A-4147-A177-3AD203B41FA5}">
                      <a16:colId xmlns:a16="http://schemas.microsoft.com/office/drawing/2014/main" val="4141363902"/>
                    </a:ext>
                  </a:extLst>
                </a:gridCol>
                <a:gridCol w="3119355">
                  <a:extLst>
                    <a:ext uri="{9D8B030D-6E8A-4147-A177-3AD203B41FA5}">
                      <a16:colId xmlns:a16="http://schemas.microsoft.com/office/drawing/2014/main" val="147186125"/>
                    </a:ext>
                  </a:extLst>
                </a:gridCol>
                <a:gridCol w="3408162">
                  <a:extLst>
                    <a:ext uri="{9D8B030D-6E8A-4147-A177-3AD203B41FA5}">
                      <a16:colId xmlns:a16="http://schemas.microsoft.com/office/drawing/2014/main" val="925645117"/>
                    </a:ext>
                  </a:extLst>
                </a:gridCol>
              </a:tblGrid>
              <a:tr h="389302">
                <a:tc>
                  <a:txBody>
                    <a:bodyPr/>
                    <a:lstStyle/>
                    <a:p>
                      <a:r>
                        <a:rPr lang="en-IN"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Authors &amp; Year	</a:t>
                      </a:r>
                    </a:p>
                  </a:txBody>
                  <a:tcPr/>
                </a:tc>
                <a:tc>
                  <a:txBody>
                    <a:bodyPr/>
                    <a:lstStyle/>
                    <a:p>
                      <a:r>
                        <a:rPr lang="en-IN" dirty="0">
                          <a:latin typeface="Times New Roman" panose="02020603050405020304" pitchFamily="18" charset="0"/>
                          <a:cs typeface="Times New Roman" panose="02020603050405020304" pitchFamily="18" charset="0"/>
                        </a:rPr>
                        <a:t>Title</a:t>
                      </a:r>
                    </a:p>
                  </a:txBody>
                  <a:tcPr/>
                </a:tc>
                <a:tc>
                  <a:txBody>
                    <a:bodyPr/>
                    <a:lstStyle/>
                    <a:p>
                      <a:r>
                        <a:rPr lang="en-IN" dirty="0">
                          <a:latin typeface="Times New Roman" panose="02020603050405020304" pitchFamily="18" charset="0"/>
                          <a:cs typeface="Times New Roman" panose="02020603050405020304" pitchFamily="18" charset="0"/>
                        </a:rPr>
                        <a:t>Result</a:t>
                      </a:r>
                    </a:p>
                  </a:txBody>
                  <a:tcPr/>
                </a:tc>
                <a:extLst>
                  <a:ext uri="{0D108BD9-81ED-4DB2-BD59-A6C34878D82A}">
                    <a16:rowId xmlns:a16="http://schemas.microsoft.com/office/drawing/2014/main" val="121552673"/>
                  </a:ext>
                </a:extLst>
              </a:tr>
              <a:tr h="979789">
                <a:tc>
                  <a:txBody>
                    <a:bodyPr/>
                    <a:lstStyle/>
                    <a:p>
                      <a:pPr algn="l"/>
                      <a:r>
                        <a:rPr lang="en-IN" dirty="0">
                          <a:latin typeface="Times New Roman" panose="02020603050405020304" pitchFamily="18" charset="0"/>
                          <a:cs typeface="Times New Roman" panose="02020603050405020304" pitchFamily="18" charset="0"/>
                        </a:rPr>
                        <a:t>1</a:t>
                      </a:r>
                    </a:p>
                  </a:txBody>
                  <a:tcPr/>
                </a:tc>
                <a:tc>
                  <a:txBody>
                    <a:bodyPr/>
                    <a:lstStyle/>
                    <a:p>
                      <a:pPr algn="l"/>
                      <a:r>
                        <a:rPr lang="en-US" dirty="0">
                          <a:latin typeface="Times New Roman" panose="02020603050405020304" pitchFamily="18" charset="0"/>
                          <a:cs typeface="Times New Roman" panose="02020603050405020304" pitchFamily="18" charset="0"/>
                        </a:rPr>
                        <a:t>Brown, T., &amp; White, M. (2019)</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Deep Learning for OCR-Based Text Recognition</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This study explores CNN-based architectures for accurate text extraction.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52885395"/>
                  </a:ext>
                </a:extLst>
              </a:tr>
              <a:tr h="973254">
                <a:tc>
                  <a:txBody>
                    <a:bodyPr/>
                    <a:lstStyle/>
                    <a:p>
                      <a:pPr algn="l"/>
                      <a:r>
                        <a:rPr lang="en-IN" dirty="0">
                          <a:latin typeface="Times New Roman" panose="02020603050405020304" pitchFamily="18" charset="0"/>
                          <a:cs typeface="Times New Roman" panose="02020603050405020304" pitchFamily="18" charset="0"/>
                        </a:rPr>
                        <a:t>2</a:t>
                      </a:r>
                    </a:p>
                  </a:txBody>
                  <a:tcPr/>
                </a:tc>
                <a:tc>
                  <a:txBody>
                    <a:bodyPr/>
                    <a:lstStyle/>
                    <a:p>
                      <a:pPr algn="l"/>
                      <a:r>
                        <a:rPr lang="en-US" dirty="0">
                          <a:latin typeface="Times New Roman" panose="02020603050405020304" pitchFamily="18" charset="0"/>
                          <a:cs typeface="Times New Roman" panose="02020603050405020304" pitchFamily="18" charset="0"/>
                        </a:rPr>
                        <a:t>Singh, R., &amp; Patel, K. (2020)</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AI-Powered Language Translation in Smart Applications</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The research discusses AI-driven text conversion techniques.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61992054"/>
                  </a:ext>
                </a:extLst>
              </a:tr>
              <a:tr h="1347210">
                <a:tc>
                  <a:txBody>
                    <a:bodyPr/>
                    <a:lstStyle/>
                    <a:p>
                      <a:pPr algn="l"/>
                      <a:r>
                        <a:rPr lang="en-IN" dirty="0">
                          <a:latin typeface="Times New Roman" panose="02020603050405020304" pitchFamily="18" charset="0"/>
                          <a:cs typeface="Times New Roman" panose="02020603050405020304" pitchFamily="18" charset="0"/>
                        </a:rPr>
                        <a:t>3</a:t>
                      </a:r>
                    </a:p>
                  </a:txBody>
                  <a:tcPr/>
                </a:tc>
                <a:tc>
                  <a:txBody>
                    <a:bodyPr/>
                    <a:lstStyle/>
                    <a:p>
                      <a:pPr algn="l"/>
                      <a:r>
                        <a:rPr lang="en-US" dirty="0">
                          <a:latin typeface="Times New Roman" panose="02020603050405020304" pitchFamily="18" charset="0"/>
                          <a:cs typeface="Times New Roman" panose="02020603050405020304" pitchFamily="18" charset="0"/>
                        </a:rPr>
                        <a:t>Nguyen, L., &amp; Sharma, P. (2021)</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Computer Vision for Signboard Recognition and Text Processing</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This paper evaluates OCR models for extracting multilingual text from real-world images.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3973425"/>
                  </a:ext>
                </a:extLst>
              </a:tr>
              <a:tr h="973254">
                <a:tc>
                  <a:txBody>
                    <a:bodyPr/>
                    <a:lstStyle/>
                    <a:p>
                      <a:pPr algn="l"/>
                      <a:r>
                        <a:rPr lang="en-IN" dirty="0">
                          <a:latin typeface="Times New Roman" panose="02020603050405020304" pitchFamily="18" charset="0"/>
                          <a:cs typeface="Times New Roman" panose="02020603050405020304" pitchFamily="18" charset="0"/>
                        </a:rPr>
                        <a:t>4</a:t>
                      </a:r>
                    </a:p>
                  </a:txBody>
                  <a:tcPr/>
                </a:tc>
                <a:tc>
                  <a:txBody>
                    <a:bodyPr/>
                    <a:lstStyle/>
                    <a:p>
                      <a:pPr algn="l"/>
                      <a:r>
                        <a:rPr lang="fr-FR" dirty="0">
                          <a:latin typeface="Times New Roman" panose="02020603050405020304" pitchFamily="18" charset="0"/>
                          <a:cs typeface="Times New Roman" panose="02020603050405020304" pitchFamily="18" charset="0"/>
                        </a:rPr>
                        <a:t>Martinez, D., &amp; Johnson, S. (2022)</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IN" dirty="0">
                          <a:latin typeface="Times New Roman" panose="02020603050405020304" pitchFamily="18" charset="0"/>
                          <a:cs typeface="Times New Roman" panose="02020603050405020304" pitchFamily="18" charset="0"/>
                        </a:rPr>
                        <a:t>Transformer Models for Context-Aware Language Translation</a:t>
                      </a:r>
                    </a:p>
                  </a:txBody>
                  <a:tcPr/>
                </a:tc>
                <a:tc>
                  <a:txBody>
                    <a:bodyPr/>
                    <a:lstStyle/>
                    <a:p>
                      <a:pPr algn="l"/>
                      <a:r>
                        <a:rPr lang="en-US" dirty="0">
                          <a:latin typeface="Times New Roman" panose="02020603050405020304" pitchFamily="18" charset="0"/>
                          <a:cs typeface="Times New Roman" panose="02020603050405020304" pitchFamily="18" charset="0"/>
                        </a:rPr>
                        <a:t>The authors present deep learning solutions for real-time translation.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9237306"/>
                  </a:ext>
                </a:extLst>
              </a:tr>
              <a:tr h="979789">
                <a:tc>
                  <a:txBody>
                    <a:bodyPr/>
                    <a:lstStyle/>
                    <a:p>
                      <a:pPr algn="l"/>
                      <a:r>
                        <a:rPr lang="en-IN" dirty="0">
                          <a:latin typeface="Times New Roman" panose="02020603050405020304" pitchFamily="18" charset="0"/>
                          <a:cs typeface="Times New Roman" panose="02020603050405020304" pitchFamily="18" charset="0"/>
                        </a:rPr>
                        <a:t>5</a:t>
                      </a:r>
                    </a:p>
                  </a:txBody>
                  <a:tcPr/>
                </a:tc>
                <a:tc>
                  <a:txBody>
                    <a:bodyPr/>
                    <a:lstStyle/>
                    <a:p>
                      <a:pPr algn="l"/>
                      <a:r>
                        <a:rPr lang="pl-PL" dirty="0">
                          <a:latin typeface="Times New Roman" panose="02020603050405020304" pitchFamily="18" charset="0"/>
                          <a:cs typeface="Times New Roman" panose="02020603050405020304" pitchFamily="18" charset="0"/>
                        </a:rPr>
                        <a:t>Garcia, H., &amp; Lewis, F. (2023)</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Enhancing Travel Assistance with AI-Powered OCR and NLP</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This study examines AI applications in text recognition for accessibility.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5987581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2985-6262-19D0-EA40-37C74212C4C1}"/>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EXISTING SYSTEM</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A40286-AA01-4994-B73F-0D18989A5927}"/>
              </a:ext>
            </a:extLst>
          </p:cNvPr>
          <p:cNvSpPr>
            <a:spLocks noGrp="1"/>
          </p:cNvSpPr>
          <p:nvPr>
            <p:ph idx="1"/>
          </p:nvPr>
        </p:nvSpPr>
        <p:spPr>
          <a:xfrm>
            <a:off x="0" y="1810526"/>
            <a:ext cx="11160760" cy="4351338"/>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logo detection systems rely on:</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Template matching techniques, which fail under occlusions and transformations.</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Manual verification, which is labor-intensive and inefficient for large-scale analysis.</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Rule-based feature extraction, which struggles with diverse logo variations.</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Limited scalability for real-time brand monitoring in digital media.</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55DA2BB0-E8E0-3DA2-84B6-558E6CE44C4B}"/>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646489AD-B680-39BB-FFF8-AAAE1E03D2E0}"/>
              </a:ext>
            </a:extLst>
          </p:cNvPr>
          <p:cNvSpPr>
            <a:spLocks noGrp="1"/>
          </p:cNvSpPr>
          <p:nvPr>
            <p:ph type="sldNum" sz="quarter" idx="12"/>
          </p:nvPr>
        </p:nvSpPr>
        <p:spPr/>
        <p:txBody>
          <a:bodyPr/>
          <a:lstStyle/>
          <a:p>
            <a:fld id="{A0183BA4-7B10-4BE3-A0B2-A48721054ED6}" type="slidenum">
              <a:rPr lang="en-IN" smtClean="0"/>
              <a:pPr/>
              <a:t>8</a:t>
            </a:fld>
            <a:endParaRPr lang="en-IN"/>
          </a:p>
        </p:txBody>
      </p:sp>
    </p:spTree>
    <p:extLst>
      <p:ext uri="{BB962C8B-B14F-4D97-AF65-F5344CB8AC3E}">
        <p14:creationId xmlns:p14="http://schemas.microsoft.com/office/powerpoint/2010/main" val="3846852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CF3B-0557-7A85-02E0-5011D0CE342E}"/>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PROPOSED SYSTEM</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A0A308-A88A-D1E8-00F4-C38B09B30080}"/>
              </a:ext>
            </a:extLst>
          </p:cNvPr>
          <p:cNvSpPr>
            <a:spLocks noGrp="1"/>
          </p:cNvSpPr>
          <p:nvPr>
            <p:ph idx="1"/>
          </p:nvPr>
        </p:nvSpPr>
        <p:spPr>
          <a:xfrm>
            <a:off x="0" y="1825625"/>
            <a:ext cx="11353800" cy="4351338"/>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AI-based logo detection system integrates deep learning and computer vision for improved accuracy and scalability. Key advantages include:</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AI-powered feature extraction for high-precision logo detection.</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Real-time logo recognition for automated brand monitoring.</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Robust detection under varying lighting, occlusions, and image distortions.</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Scalable architecture for deployment in digital media, e-commerce, and surveillance.</a:t>
            </a: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1B89C88E-37FA-EC91-B142-C0F7C1F88041}"/>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48831E7C-4009-C0A0-AFA8-FCD7384456B3}"/>
              </a:ext>
            </a:extLst>
          </p:cNvPr>
          <p:cNvSpPr>
            <a:spLocks noGrp="1"/>
          </p:cNvSpPr>
          <p:nvPr>
            <p:ph type="sldNum" sz="quarter" idx="12"/>
          </p:nvPr>
        </p:nvSpPr>
        <p:spPr/>
        <p:txBody>
          <a:bodyPr/>
          <a:lstStyle/>
          <a:p>
            <a:fld id="{A0183BA4-7B10-4BE3-A0B2-A48721054ED6}" type="slidenum">
              <a:rPr lang="en-IN" smtClean="0"/>
              <a:pPr/>
              <a:t>9</a:t>
            </a:fld>
            <a:endParaRPr lang="en-IN"/>
          </a:p>
        </p:txBody>
      </p:sp>
    </p:spTree>
    <p:extLst>
      <p:ext uri="{BB962C8B-B14F-4D97-AF65-F5344CB8AC3E}">
        <p14:creationId xmlns:p14="http://schemas.microsoft.com/office/powerpoint/2010/main" val="1654737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DCFB-7B9D-93AA-F192-3348E972E0C0}"/>
              </a:ext>
            </a:extLst>
          </p:cNvPr>
          <p:cNvSpPr>
            <a:spLocks noGrp="1"/>
          </p:cNvSpPr>
          <p:nvPr>
            <p:ph type="ctrTitle"/>
          </p:nvPr>
        </p:nvSpPr>
        <p:spPr>
          <a:xfrm>
            <a:off x="0" y="1"/>
            <a:ext cx="12192000" cy="1600200"/>
          </a:xfrm>
        </p:spPr>
        <p:txBody>
          <a:bodyPr>
            <a:normAutofit/>
          </a:bodyPr>
          <a:lstStyle/>
          <a:p>
            <a:r>
              <a:rPr lang="en-IN" sz="2800" b="1" dirty="0">
                <a:latin typeface="Times New Roman" panose="02020603050405020304" pitchFamily="18" charset="0"/>
                <a:cs typeface="Times New Roman" panose="02020603050405020304" pitchFamily="18" charset="0"/>
              </a:rPr>
              <a:t>MODULE SPLIT –UP</a:t>
            </a:r>
            <a:r>
              <a:rPr lang="en-IN" sz="2800" b="1" dirty="0">
                <a:latin typeface="Times New Roman" panose="02020603050405020304" pitchFamily="18" charset="0"/>
                <a:cs typeface="Times New Roman" panose="02020603050405020304" pitchFamily="18" charset="0"/>
                <a:sym typeface="Calibri Light"/>
              </a:rPr>
              <a:t> </a:t>
            </a:r>
            <a:br>
              <a:rPr lang="en-IN" sz="2800" b="1" dirty="0">
                <a:latin typeface="Times New Roman" panose="02020603050405020304" pitchFamily="18" charset="0"/>
                <a:cs typeface="Times New Roman" panose="02020603050405020304" pitchFamily="18" charset="0"/>
                <a:sym typeface="Calibri Light"/>
              </a:rPr>
            </a:br>
            <a:endParaRPr lang="en-IN"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F5C4B6E-5049-FFE8-8F6C-D3DCFEFC14B4}"/>
              </a:ext>
            </a:extLst>
          </p:cNvPr>
          <p:cNvSpPr>
            <a:spLocks noGrp="1"/>
          </p:cNvSpPr>
          <p:nvPr>
            <p:ph type="subTitle" idx="1"/>
          </p:nvPr>
        </p:nvSpPr>
        <p:spPr>
          <a:xfrm>
            <a:off x="0" y="1600201"/>
            <a:ext cx="12192000" cy="5257799"/>
          </a:xfrm>
        </p:spPr>
        <p:txBody>
          <a:bodyPr>
            <a:normAutofit/>
          </a:bodyPr>
          <a:lstStyle/>
          <a:p>
            <a:pPr marL="342900" lvl="0" indent="-34290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Image Acquisition and Preprocessing Module</a:t>
            </a:r>
            <a:r>
              <a:rPr lang="en-US" dirty="0">
                <a:latin typeface="Times New Roman" panose="02020603050405020304" pitchFamily="18" charset="0"/>
                <a:cs typeface="Times New Roman" panose="02020603050405020304" pitchFamily="18" charset="0"/>
              </a:rPr>
              <a:t>: Captures and enhances input images for analysis.</a:t>
            </a:r>
            <a:endParaRPr lang="en-IN" dirty="0">
              <a:latin typeface="Times New Roman" panose="02020603050405020304" pitchFamily="18" charset="0"/>
              <a:cs typeface="Times New Roman" panose="02020603050405020304" pitchFamily="18" charset="0"/>
            </a:endParaRPr>
          </a:p>
          <a:p>
            <a:pPr marL="342900" lvl="0" indent="-34290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Deep Learning-Based Feature Extraction Module</a:t>
            </a:r>
            <a:r>
              <a:rPr lang="en-US" dirty="0">
                <a:latin typeface="Times New Roman" panose="02020603050405020304" pitchFamily="18" charset="0"/>
                <a:cs typeface="Times New Roman" panose="02020603050405020304" pitchFamily="18" charset="0"/>
              </a:rPr>
              <a:t>: Uses CNNs and object detection models to detect logos.</a:t>
            </a:r>
            <a:endParaRPr lang="en-IN" dirty="0">
              <a:latin typeface="Times New Roman" panose="02020603050405020304" pitchFamily="18" charset="0"/>
              <a:cs typeface="Times New Roman" panose="02020603050405020304" pitchFamily="18" charset="0"/>
            </a:endParaRPr>
          </a:p>
          <a:p>
            <a:pPr marL="342900" lvl="0" indent="-34290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Classification and Brand Recognition Module</a:t>
            </a:r>
            <a:r>
              <a:rPr lang="en-US" dirty="0">
                <a:latin typeface="Times New Roman" panose="02020603050405020304" pitchFamily="18" charset="0"/>
                <a:cs typeface="Times New Roman" panose="02020603050405020304" pitchFamily="18" charset="0"/>
              </a:rPr>
              <a:t>: Identifies and categorizes logos with high precision.</a:t>
            </a:r>
            <a:endParaRPr lang="en-IN" dirty="0">
              <a:latin typeface="Times New Roman" panose="02020603050405020304" pitchFamily="18" charset="0"/>
              <a:cs typeface="Times New Roman" panose="02020603050405020304" pitchFamily="18" charset="0"/>
            </a:endParaRPr>
          </a:p>
          <a:p>
            <a:pPr marL="342900" lvl="0" indent="-34290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Storage and Analysis Module</a:t>
            </a:r>
            <a:r>
              <a:rPr lang="en-US" dirty="0">
                <a:latin typeface="Times New Roman" panose="02020603050405020304" pitchFamily="18" charset="0"/>
                <a:cs typeface="Times New Roman" panose="02020603050405020304" pitchFamily="18" charset="0"/>
              </a:rPr>
              <a:t>: Stores detected logo data for tracking and analytics.</a:t>
            </a:r>
            <a:endParaRPr lang="en-IN" dirty="0">
              <a:latin typeface="Times New Roman" panose="02020603050405020304" pitchFamily="18" charset="0"/>
              <a:cs typeface="Times New Roman" panose="02020603050405020304" pitchFamily="18" charset="0"/>
            </a:endParaRPr>
          </a:p>
          <a:p>
            <a:pPr marL="342900" lvl="0" indent="-34290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Dashboard and Visualization Module</a:t>
            </a:r>
            <a:r>
              <a:rPr lang="en-US" dirty="0">
                <a:latin typeface="Times New Roman" panose="02020603050405020304" pitchFamily="18" charset="0"/>
                <a:cs typeface="Times New Roman" panose="02020603050405020304" pitchFamily="18" charset="0"/>
              </a:rPr>
              <a:t>: Provides real-time monitoring and brand exposure analysis.</a:t>
            </a:r>
            <a:endParaRPr lang="en-IN"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7550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6641AFD-AD3B-098A-96BE-1179208BAD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782" y="1371695"/>
            <a:ext cx="6591912" cy="3581400"/>
          </a:xfrm>
          <a:prstGeom prst="rect">
            <a:avLst/>
          </a:prstGeom>
        </p:spPr>
      </p:pic>
      <p:pic>
        <p:nvPicPr>
          <p:cNvPr id="7" name="Picture 6">
            <a:extLst>
              <a:ext uri="{FF2B5EF4-FFF2-40B4-BE49-F238E27FC236}">
                <a16:creationId xmlns:a16="http://schemas.microsoft.com/office/drawing/2014/main" id="{819A6EE6-0006-106C-DE56-BE5AEA45C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8387" y="1270095"/>
            <a:ext cx="1644650" cy="3683000"/>
          </a:xfrm>
          <a:prstGeom prst="rect">
            <a:avLst/>
          </a:prstGeom>
        </p:spPr>
      </p:pic>
      <p:sp>
        <p:nvSpPr>
          <p:cNvPr id="9" name="TextBox 8">
            <a:extLst>
              <a:ext uri="{FF2B5EF4-FFF2-40B4-BE49-F238E27FC236}">
                <a16:creationId xmlns:a16="http://schemas.microsoft.com/office/drawing/2014/main" id="{636639DB-92E7-C29C-7807-0DFB2E51D543}"/>
              </a:ext>
            </a:extLst>
          </p:cNvPr>
          <p:cNvSpPr txBox="1"/>
          <p:nvPr/>
        </p:nvSpPr>
        <p:spPr>
          <a:xfrm>
            <a:off x="6773411" y="5486305"/>
            <a:ext cx="6094602" cy="390684"/>
          </a:xfrm>
          <a:prstGeom prst="rect">
            <a:avLst/>
          </a:prstGeom>
          <a:noFill/>
        </p:spPr>
        <p:txBody>
          <a:bodyPr wrap="square">
            <a:spAutoFit/>
          </a:bodyPr>
          <a:lstStyle/>
          <a:p>
            <a:pPr algn="ctr">
              <a:lnSpc>
                <a:spcPct val="115000"/>
              </a:lnSpc>
              <a:spcAft>
                <a:spcPts val="1000"/>
              </a:spcAft>
              <a:buNone/>
            </a:pPr>
            <a:r>
              <a:rPr lang="en-GB" sz="1800" dirty="0">
                <a:effectLst/>
                <a:latin typeface="Times New Roman" panose="02020603050405020304" pitchFamily="18" charset="0"/>
                <a:ea typeface="Calibri" panose="020F0502020204030204" pitchFamily="34" charset="0"/>
                <a:cs typeface="Gautami" panose="020B0502040204020203" pitchFamily="34" charset="0"/>
              </a:rPr>
              <a:t>FIG: Class Diagram </a:t>
            </a:r>
            <a:endParaRPr lang="en-IN" sz="24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11" name="TextBox 10">
            <a:extLst>
              <a:ext uri="{FF2B5EF4-FFF2-40B4-BE49-F238E27FC236}">
                <a16:creationId xmlns:a16="http://schemas.microsoft.com/office/drawing/2014/main" id="{61362A65-3B4D-31E8-F19D-B20F9FF1F242}"/>
              </a:ext>
            </a:extLst>
          </p:cNvPr>
          <p:cNvSpPr txBox="1"/>
          <p:nvPr/>
        </p:nvSpPr>
        <p:spPr>
          <a:xfrm>
            <a:off x="273560" y="5449948"/>
            <a:ext cx="6434356" cy="463397"/>
          </a:xfrm>
          <a:prstGeom prst="rect">
            <a:avLst/>
          </a:prstGeom>
          <a:noFill/>
        </p:spPr>
        <p:txBody>
          <a:bodyPr wrap="square">
            <a:spAutoFit/>
          </a:bodyPr>
          <a:lstStyle/>
          <a:p>
            <a:pPr algn="ctr">
              <a:lnSpc>
                <a:spcPct val="150000"/>
              </a:lnSpc>
              <a:spcAft>
                <a:spcPts val="1000"/>
              </a:spcAft>
              <a:buNone/>
            </a:pPr>
            <a:r>
              <a:rPr lang="en-GB" sz="1800" dirty="0">
                <a:effectLst/>
                <a:latin typeface="Times New Roman" panose="02020603050405020304" pitchFamily="18" charset="0"/>
                <a:ea typeface="Calibri" panose="020F0502020204030204" pitchFamily="34" charset="0"/>
                <a:cs typeface="Gautami" panose="020B0502040204020203" pitchFamily="34" charset="0"/>
              </a:rPr>
              <a:t>FIG: System Architecture</a:t>
            </a:r>
            <a:endParaRPr lang="en-IN" sz="24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4234938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0A1BD69-392B-FA59-8E59-1F9E35029C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927" y="615156"/>
            <a:ext cx="4766190" cy="4351338"/>
          </a:xfrm>
          <a:prstGeom prst="rect">
            <a:avLst/>
          </a:prstGeom>
        </p:spPr>
      </p:pic>
      <p:sp>
        <p:nvSpPr>
          <p:cNvPr id="6" name="TextBox 5">
            <a:extLst>
              <a:ext uri="{FF2B5EF4-FFF2-40B4-BE49-F238E27FC236}">
                <a16:creationId xmlns:a16="http://schemas.microsoft.com/office/drawing/2014/main" id="{C5F43AD6-70DF-68EB-0539-58C0278D57FF}"/>
              </a:ext>
            </a:extLst>
          </p:cNvPr>
          <p:cNvSpPr txBox="1"/>
          <p:nvPr/>
        </p:nvSpPr>
        <p:spPr>
          <a:xfrm>
            <a:off x="5863322" y="5369078"/>
            <a:ext cx="6094602" cy="463397"/>
          </a:xfrm>
          <a:prstGeom prst="rect">
            <a:avLst/>
          </a:prstGeom>
          <a:noFill/>
        </p:spPr>
        <p:txBody>
          <a:bodyPr wrap="square">
            <a:spAutoFit/>
          </a:bodyPr>
          <a:lstStyle/>
          <a:p>
            <a:pPr marL="228600" algn="ctr">
              <a:lnSpc>
                <a:spcPct val="150000"/>
              </a:lnSpc>
              <a:spcAft>
                <a:spcPts val="600"/>
              </a:spcAft>
              <a:buNone/>
            </a:pPr>
            <a:r>
              <a:rPr lang="en-GB" sz="1800" dirty="0">
                <a:effectLst/>
                <a:latin typeface="Times New Roman" panose="02020603050405020304" pitchFamily="18" charset="0"/>
                <a:ea typeface="Calibri" panose="020F0502020204030204" pitchFamily="34" charset="0"/>
                <a:cs typeface="Gautami" panose="020B0502040204020203" pitchFamily="34" charset="0"/>
              </a:rPr>
              <a:t>FIG: </a:t>
            </a:r>
            <a:r>
              <a:rPr lang="en-GB" sz="1800" dirty="0" err="1">
                <a:effectLst/>
                <a:latin typeface="Times New Roman" panose="02020603050405020304" pitchFamily="18" charset="0"/>
                <a:ea typeface="Calibri" panose="020F0502020204030204" pitchFamily="34" charset="0"/>
                <a:cs typeface="Gautami" panose="020B0502040204020203" pitchFamily="34" charset="0"/>
              </a:rPr>
              <a:t>Squence</a:t>
            </a:r>
            <a:r>
              <a:rPr lang="en-GB" sz="1800" dirty="0">
                <a:effectLst/>
                <a:latin typeface="Times New Roman" panose="02020603050405020304" pitchFamily="18" charset="0"/>
                <a:ea typeface="Calibri" panose="020F0502020204030204" pitchFamily="34" charset="0"/>
                <a:cs typeface="Gautami" panose="020B0502040204020203" pitchFamily="34" charset="0"/>
              </a:rPr>
              <a:t> Diagram </a:t>
            </a:r>
            <a:endParaRPr lang="en-IN" sz="24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7" name="Picture 6">
            <a:extLst>
              <a:ext uri="{FF2B5EF4-FFF2-40B4-BE49-F238E27FC236}">
                <a16:creationId xmlns:a16="http://schemas.microsoft.com/office/drawing/2014/main" id="{1DAE26BE-0734-D89C-8E56-A204919EC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96" y="615156"/>
            <a:ext cx="3284051" cy="4351338"/>
          </a:xfrm>
          <a:prstGeom prst="rect">
            <a:avLst/>
          </a:prstGeom>
        </p:spPr>
      </p:pic>
      <p:sp>
        <p:nvSpPr>
          <p:cNvPr id="9" name="TextBox 8">
            <a:extLst>
              <a:ext uri="{FF2B5EF4-FFF2-40B4-BE49-F238E27FC236}">
                <a16:creationId xmlns:a16="http://schemas.microsoft.com/office/drawing/2014/main" id="{1592D805-5849-FFED-BA67-6EB7AF8EDE1D}"/>
              </a:ext>
            </a:extLst>
          </p:cNvPr>
          <p:cNvSpPr txBox="1"/>
          <p:nvPr/>
        </p:nvSpPr>
        <p:spPr>
          <a:xfrm>
            <a:off x="-1028029" y="5369078"/>
            <a:ext cx="6094602" cy="463397"/>
          </a:xfrm>
          <a:prstGeom prst="rect">
            <a:avLst/>
          </a:prstGeom>
          <a:noFill/>
        </p:spPr>
        <p:txBody>
          <a:bodyPr wrap="square">
            <a:spAutoFit/>
          </a:bodyPr>
          <a:lstStyle/>
          <a:p>
            <a:pPr marL="228600" algn="ctr">
              <a:lnSpc>
                <a:spcPct val="150000"/>
              </a:lnSpc>
              <a:spcAft>
                <a:spcPts val="600"/>
              </a:spcAft>
              <a:buNone/>
            </a:pPr>
            <a:r>
              <a:rPr lang="en-GB" sz="1800" dirty="0">
                <a:effectLst/>
                <a:latin typeface="Times New Roman" panose="02020603050405020304" pitchFamily="18" charset="0"/>
                <a:ea typeface="Calibri" panose="020F0502020204030204" pitchFamily="34" charset="0"/>
                <a:cs typeface="Gautami" panose="020B0502040204020203" pitchFamily="34" charset="0"/>
              </a:rPr>
              <a:t>FIG: Activity Diagram</a:t>
            </a:r>
            <a:endParaRPr lang="en-IN" sz="24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96480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E556-F094-CA24-DFB1-5F44F8A2C325}"/>
              </a:ext>
            </a:extLst>
          </p:cNvPr>
          <p:cNvSpPr>
            <a:spLocks noGrp="1"/>
          </p:cNvSpPr>
          <p:nvPr>
            <p:ph type="title"/>
          </p:nvPr>
        </p:nvSpPr>
        <p:spPr>
          <a:xfrm>
            <a:off x="838200" y="136525"/>
            <a:ext cx="10515600" cy="1325563"/>
          </a:xfrm>
        </p:spPr>
        <p:txBody>
          <a:bodyPr/>
          <a:lstStyle/>
          <a:p>
            <a:pPr algn="ctr"/>
            <a:r>
              <a:rPr lang="en-US" sz="2800" b="1" dirty="0">
                <a:latin typeface="Times New Roman" panose="02020603050405020304" pitchFamily="18" charset="0"/>
                <a:cs typeface="Times New Roman" panose="02020603050405020304" pitchFamily="18" charset="0"/>
              </a:rPr>
              <a:t>REFERENCE</a:t>
            </a:r>
            <a:r>
              <a:rPr lang="en-IN" sz="4400" b="1" dirty="0">
                <a:latin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44661030-3F1C-A92D-668F-4037E3611272}"/>
              </a:ext>
            </a:extLst>
          </p:cNvPr>
          <p:cNvSpPr>
            <a:spLocks noGrp="1"/>
          </p:cNvSpPr>
          <p:nvPr>
            <p:ph idx="1"/>
          </p:nvPr>
        </p:nvSpPr>
        <p:spPr>
          <a:xfrm>
            <a:off x="0" y="1843542"/>
            <a:ext cx="11778342" cy="3953827"/>
          </a:xfrm>
        </p:spPr>
        <p:txBody>
          <a:bodyPr>
            <a:normAutofit/>
          </a:bodyPr>
          <a:lstStyle/>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Brown, T., &amp; White, M. (2019). "Deep Learning for Brand Logo Recognition in Digital Media."</a:t>
            </a:r>
            <a:r>
              <a:rPr lang="en-US" dirty="0">
                <a:latin typeface="Times New Roman" panose="02020603050405020304" pitchFamily="18" charset="0"/>
                <a:cs typeface="Times New Roman" panose="02020603050405020304" pitchFamily="18" charset="0"/>
              </a:rPr>
              <a:t> This study explores CNN-based architectures for automated logo detection.</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Singh, R., &amp; Patel, K. (2020). "AI-Powered Image Recognition for Trademark Protection."</a:t>
            </a:r>
            <a:r>
              <a:rPr lang="en-US" dirty="0">
                <a:latin typeface="Times New Roman" panose="02020603050405020304" pitchFamily="18" charset="0"/>
                <a:cs typeface="Times New Roman" panose="02020603050405020304" pitchFamily="18" charset="0"/>
              </a:rPr>
              <a:t> The research discusses AI-driven techniques for identifying logos in online content.</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Nguyen, L., &amp; Sharma, P. (2021). "Real-Time Object Detection for Brand Monitoring."</a:t>
            </a:r>
            <a:r>
              <a:rPr lang="en-US" dirty="0">
                <a:latin typeface="Times New Roman" panose="02020603050405020304" pitchFamily="18" charset="0"/>
                <a:cs typeface="Times New Roman" panose="02020603050405020304" pitchFamily="18" charset="0"/>
              </a:rPr>
              <a:t> This paper evaluates deep learning models for detecting logos in real-world environments.</a:t>
            </a:r>
            <a:endParaRPr lang="en-IN"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80593A6-E2F1-957A-F31C-569DDA2E74AF}"/>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51E1F5AB-1A8B-87AA-F1ED-229ADD058068}"/>
              </a:ext>
            </a:extLst>
          </p:cNvPr>
          <p:cNvSpPr>
            <a:spLocks noGrp="1"/>
          </p:cNvSpPr>
          <p:nvPr>
            <p:ph type="sldNum" sz="quarter" idx="12"/>
          </p:nvPr>
        </p:nvSpPr>
        <p:spPr/>
        <p:txBody>
          <a:bodyPr/>
          <a:lstStyle/>
          <a:p>
            <a:fld id="{A0183BA4-7B10-4BE3-A0B2-A48721054ED6}" type="slidenum">
              <a:rPr lang="en-IN" smtClean="0"/>
              <a:pPr/>
              <a:t>13</a:t>
            </a:fld>
            <a:endParaRPr lang="en-IN"/>
          </a:p>
        </p:txBody>
      </p:sp>
    </p:spTree>
    <p:extLst>
      <p:ext uri="{BB962C8B-B14F-4D97-AF65-F5344CB8AC3E}">
        <p14:creationId xmlns:p14="http://schemas.microsoft.com/office/powerpoint/2010/main" val="3135873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normAutofit/>
          </a:bodyPr>
          <a:lstStyle/>
          <a:p>
            <a:pPr algn="ctr"/>
            <a:r>
              <a:rPr lang="en-US" sz="2800" b="1" dirty="0">
                <a:latin typeface="Times New Roman" panose="02020603050405020304" pitchFamily="18" charset="0"/>
                <a:cs typeface="Times New Roman" panose="02020603050405020304" pitchFamily="18" charset="0"/>
              </a:rPr>
              <a:t>REFERENCE</a:t>
            </a:r>
            <a:r>
              <a:rPr lang="en-IN" sz="28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8" cy="4973314"/>
          </a:xfrm>
        </p:spPr>
        <p:txBody>
          <a:bodyPr>
            <a:normAutofit/>
          </a:bodyPr>
          <a:lstStyle/>
          <a:p>
            <a:pPr marL="0" indent="0">
              <a:buNone/>
            </a:pPr>
            <a:endParaRPr lang="en-IN" sz="24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Martinez, D., &amp; Johnson, S. (2022). "AI-Based Visual Recognition for Counterfeit Detection."</a:t>
            </a:r>
            <a:r>
              <a:rPr lang="en-US" dirty="0">
                <a:latin typeface="Times New Roman" panose="02020603050405020304" pitchFamily="18" charset="0"/>
                <a:cs typeface="Times New Roman" panose="02020603050405020304" pitchFamily="18" charset="0"/>
              </a:rPr>
              <a:t> The authors present AI-driven solutions for brand protection using image recognition.</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Garcia, H., &amp; Lewis, F. (2023). "Enhancing Marketing Analytics with AI-Powered Logo Detection."</a:t>
            </a:r>
            <a:r>
              <a:rPr lang="en-US" dirty="0">
                <a:latin typeface="Times New Roman" panose="02020603050405020304" pitchFamily="18" charset="0"/>
                <a:cs typeface="Times New Roman" panose="02020603050405020304" pitchFamily="18" charset="0"/>
              </a:rPr>
              <a:t> This study examines AI applications in tracking brand exposure.</a:t>
            </a:r>
            <a:endParaRPr lang="en-IN"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Chen, W., &amp; Roberts, L. (2023). "Edge Computing for AI-Based Real-Time Logo Recognition."</a:t>
            </a:r>
            <a:r>
              <a:rPr lang="en-US" dirty="0">
                <a:latin typeface="Times New Roman" panose="02020603050405020304" pitchFamily="18" charset="0"/>
                <a:cs typeface="Times New Roman" panose="02020603050405020304" pitchFamily="18" charset="0"/>
              </a:rPr>
              <a:t> The paper explores AI-powered recognition models deployed on cloud and edge devices.</a:t>
            </a:r>
            <a:endParaRPr lang="en-IN"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14</a:t>
            </a:fld>
            <a:endParaRPr lang="en-IN"/>
          </a:p>
        </p:txBody>
      </p:sp>
    </p:spTree>
    <p:extLst>
      <p:ext uri="{BB962C8B-B14F-4D97-AF65-F5344CB8AC3E}">
        <p14:creationId xmlns:p14="http://schemas.microsoft.com/office/powerpoint/2010/main" val="2182734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normAutofit/>
          </a:bodyPr>
          <a:lstStyle/>
          <a:p>
            <a:pPr algn="ctr"/>
            <a:r>
              <a:rPr lang="en-IN" sz="3600" b="1" dirty="0">
                <a:latin typeface="Times New Roman" panose="02020603050405020304" pitchFamily="18" charset="0"/>
                <a:cs typeface="Times New Roman" panose="02020603050405020304" pitchFamily="18" charset="0"/>
              </a:rPr>
              <a:t>QUERIES ??</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15</a:t>
            </a:fld>
            <a:endParaRPr lang="en-IN"/>
          </a:p>
        </p:txBody>
      </p:sp>
    </p:spTree>
    <p:extLst>
      <p:ext uri="{BB962C8B-B14F-4D97-AF65-F5344CB8AC3E}">
        <p14:creationId xmlns:p14="http://schemas.microsoft.com/office/powerpoint/2010/main" val="1163273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solidFill>
                  <a:srgbClr val="FF0000"/>
                </a:solidFill>
                <a:latin typeface="Times New Roman" panose="02020603050405020304" pitchFamily="18" charset="0"/>
                <a:cs typeface="Times New Roman" panose="02020603050405020304" pitchFamily="18" charset="0"/>
              </a:rPr>
              <a:t>THANK YOU</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16</a:t>
            </a:fld>
            <a:endParaRPr lang="en-IN"/>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1008</Words>
  <Application>Microsoft Office PowerPoint</Application>
  <PresentationFormat>Widescreen</PresentationFormat>
  <Paragraphs>103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OUTLINE </vt:lpstr>
      <vt:lpstr>LOGO DETECTION AND BRAND RECOGNITION SYSTEM  USING AI AND REAL-TIME IMAGE PROCESSING </vt:lpstr>
      <vt:lpstr>ABSTRACT</vt:lpstr>
      <vt:lpstr>INTRODUCTION</vt:lpstr>
      <vt:lpstr>INTRODUCTION</vt:lpstr>
      <vt:lpstr>PowerPoint Presentation</vt:lpstr>
      <vt:lpstr>EXISTING SYSTEM</vt:lpstr>
      <vt:lpstr>PROPOSED SYSTEM</vt:lpstr>
      <vt:lpstr>MODULE SPLIT –UP  </vt:lpstr>
      <vt:lpstr>PowerPoint Presentation</vt:lpstr>
      <vt:lpstr>PowerPoint Presentation</vt:lpstr>
      <vt:lpstr>REFERENCE </vt:lpstr>
      <vt:lpstr>REFERENCE </vt:lpstr>
      <vt:lpstr>QUERIES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M</dc:creator>
  <cp:lastModifiedBy>Karthik M</cp:lastModifiedBy>
  <cp:revision>1</cp:revision>
  <dcterms:created xsi:type="dcterms:W3CDTF">2026-01-26T18:55:48Z</dcterms:created>
  <dcterms:modified xsi:type="dcterms:W3CDTF">2026-02-21T04:36:58Z</dcterms:modified>
</cp:coreProperties>
</file>