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779" r:id="rId2"/>
    <p:sldId id="789" r:id="rId3"/>
    <p:sldId id="780" r:id="rId4"/>
    <p:sldId id="259" r:id="rId5"/>
    <p:sldId id="274" r:id="rId6"/>
    <p:sldId id="261" r:id="rId7"/>
    <p:sldId id="262" r:id="rId8"/>
    <p:sldId id="265" r:id="rId9"/>
    <p:sldId id="266" r:id="rId10"/>
    <p:sldId id="267" r:id="rId11"/>
    <p:sldId id="268" r:id="rId12"/>
    <p:sldId id="269" r:id="rId13"/>
    <p:sldId id="270" r:id="rId14"/>
    <p:sldId id="271" r:id="rId15"/>
    <p:sldId id="272"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C824C1-F688-4AD7-ADA3-494EF6A8E026}" v="14" dt="2026-03-24T06:29:31.6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p:scale>
          <a:sx n="100" d="100"/>
          <a:sy n="100" d="100"/>
        </p:scale>
        <p:origin x="115" y="-3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thik M" userId="6c9d086632a0424a" providerId="LiveId" clId="{D81C79B4-51B4-449C-B2FF-52AAB3D00D4B}"/>
    <pc:docChg chg="undo custSel addSld delSld modSld">
      <pc:chgData name="Karthik M" userId="6c9d086632a0424a" providerId="LiveId" clId="{D81C79B4-51B4-449C-B2FF-52AAB3D00D4B}" dt="2026-03-24T09:27:23.099" v="349" actId="403"/>
      <pc:docMkLst>
        <pc:docMk/>
      </pc:docMkLst>
      <pc:sldChg chg="addSp delSp modSp mod">
        <pc:chgData name="Karthik M" userId="6c9d086632a0424a" providerId="LiveId" clId="{D81C79B4-51B4-449C-B2FF-52AAB3D00D4B}" dt="2026-03-24T09:25:52.940" v="348" actId="1076"/>
        <pc:sldMkLst>
          <pc:docMk/>
          <pc:sldMk cId="0" sldId="259"/>
        </pc:sldMkLst>
        <pc:spChg chg="add mod">
          <ac:chgData name="Karthik M" userId="6c9d086632a0424a" providerId="LiveId" clId="{D81C79B4-51B4-449C-B2FF-52AAB3D00D4B}" dt="2026-03-24T06:24:41.269" v="326" actId="2711"/>
          <ac:spMkLst>
            <pc:docMk/>
            <pc:sldMk cId="0" sldId="259"/>
            <ac:spMk id="6" creationId="{390972C9-A002-65DF-358D-8563716E3A28}"/>
          </ac:spMkLst>
        </pc:spChg>
        <pc:spChg chg="add mod">
          <ac:chgData name="Karthik M" userId="6c9d086632a0424a" providerId="LiveId" clId="{D81C79B4-51B4-449C-B2FF-52AAB3D00D4B}" dt="2026-03-24T06:22:19.958" v="315" actId="1076"/>
          <ac:spMkLst>
            <pc:docMk/>
            <pc:sldMk cId="0" sldId="259"/>
            <ac:spMk id="8" creationId="{D2DF15D2-5732-276C-EA9A-9DDB7C4053D1}"/>
          </ac:spMkLst>
        </pc:spChg>
        <pc:picChg chg="add del mod">
          <ac:chgData name="Karthik M" userId="6c9d086632a0424a" providerId="LiveId" clId="{D81C79B4-51B4-449C-B2FF-52AAB3D00D4B}" dt="2026-03-24T06:22:58.333" v="320" actId="478"/>
          <ac:picMkLst>
            <pc:docMk/>
            <pc:sldMk cId="0" sldId="259"/>
            <ac:picMk id="2" creationId="{161FD8AE-A188-A290-85E5-4A3C7041C338}"/>
          </ac:picMkLst>
        </pc:picChg>
        <pc:picChg chg="del mod">
          <ac:chgData name="Karthik M" userId="6c9d086632a0424a" providerId="LiveId" clId="{D81C79B4-51B4-449C-B2FF-52AAB3D00D4B}" dt="2026-03-24T06:21:11.262" v="308" actId="478"/>
          <ac:picMkLst>
            <pc:docMk/>
            <pc:sldMk cId="0" sldId="259"/>
            <ac:picMk id="3" creationId="{7B557E5E-84AC-54BA-16D3-F2AD5373FF18}"/>
          </ac:picMkLst>
        </pc:picChg>
        <pc:picChg chg="add mod">
          <ac:chgData name="Karthik M" userId="6c9d086632a0424a" providerId="LiveId" clId="{D81C79B4-51B4-449C-B2FF-52AAB3D00D4B}" dt="2026-03-24T09:25:52.940" v="348" actId="1076"/>
          <ac:picMkLst>
            <pc:docMk/>
            <pc:sldMk cId="0" sldId="259"/>
            <ac:picMk id="4" creationId="{493E11A1-B8F9-D6F0-8729-011127F45052}"/>
          </ac:picMkLst>
        </pc:picChg>
        <pc:picChg chg="add mod">
          <ac:chgData name="Karthik M" userId="6c9d086632a0424a" providerId="LiveId" clId="{D81C79B4-51B4-449C-B2FF-52AAB3D00D4B}" dt="2026-03-24T06:23:00.917" v="321" actId="1076"/>
          <ac:picMkLst>
            <pc:docMk/>
            <pc:sldMk cId="0" sldId="259"/>
            <ac:picMk id="9" creationId="{1BA2AF6F-ECE4-016A-02AE-2B703022CF47}"/>
          </ac:picMkLst>
        </pc:picChg>
      </pc:sldChg>
      <pc:sldChg chg="modSp add del mod">
        <pc:chgData name="Karthik M" userId="6c9d086632a0424a" providerId="LiveId" clId="{D81C79B4-51B4-449C-B2FF-52AAB3D00D4B}" dt="2026-03-24T06:23:05.717" v="322" actId="47"/>
        <pc:sldMkLst>
          <pc:docMk/>
          <pc:sldMk cId="0" sldId="260"/>
        </pc:sldMkLst>
        <pc:spChg chg="mod">
          <ac:chgData name="Karthik M" userId="6c9d086632a0424a" providerId="LiveId" clId="{D81C79B4-51B4-449C-B2FF-52AAB3D00D4B}" dt="2026-03-24T06:20:53.657" v="307" actId="1076"/>
          <ac:spMkLst>
            <pc:docMk/>
            <pc:sldMk cId="0" sldId="260"/>
            <ac:spMk id="5" creationId="{C3B09D35-806B-A661-6E0B-274830FF879D}"/>
          </ac:spMkLst>
        </pc:spChg>
      </pc:sldChg>
      <pc:sldChg chg="modSp mod">
        <pc:chgData name="Karthik M" userId="6c9d086632a0424a" providerId="LiveId" clId="{D81C79B4-51B4-449C-B2FF-52AAB3D00D4B}" dt="2026-03-24T06:15:48.948" v="291" actId="20577"/>
        <pc:sldMkLst>
          <pc:docMk/>
          <pc:sldMk cId="0" sldId="261"/>
        </pc:sldMkLst>
        <pc:spChg chg="mod">
          <ac:chgData name="Karthik M" userId="6c9d086632a0424a" providerId="LiveId" clId="{D81C79B4-51B4-449C-B2FF-52AAB3D00D4B}" dt="2026-03-24T05:53:49.914" v="16" actId="20577"/>
          <ac:spMkLst>
            <pc:docMk/>
            <pc:sldMk cId="0" sldId="261"/>
            <ac:spMk id="116" creationId="{00000000-0000-0000-0000-000000000000}"/>
          </ac:spMkLst>
        </pc:spChg>
        <pc:spChg chg="mod">
          <ac:chgData name="Karthik M" userId="6c9d086632a0424a" providerId="LiveId" clId="{D81C79B4-51B4-449C-B2FF-52AAB3D00D4B}" dt="2026-03-24T06:15:48.948" v="291" actId="20577"/>
          <ac:spMkLst>
            <pc:docMk/>
            <pc:sldMk cId="0" sldId="261"/>
            <ac:spMk id="121" creationId="{00000000-0000-0000-0000-000000000000}"/>
          </ac:spMkLst>
        </pc:spChg>
        <pc:spChg chg="mod">
          <ac:chgData name="Karthik M" userId="6c9d086632a0424a" providerId="LiveId" clId="{D81C79B4-51B4-449C-B2FF-52AAB3D00D4B}" dt="2026-03-24T06:15:42.868" v="289" actId="20577"/>
          <ac:spMkLst>
            <pc:docMk/>
            <pc:sldMk cId="0" sldId="261"/>
            <ac:spMk id="122" creationId="{00000000-0000-0000-0000-000000000000}"/>
          </ac:spMkLst>
        </pc:spChg>
        <pc:picChg chg="mod">
          <ac:chgData name="Karthik M" userId="6c9d086632a0424a" providerId="LiveId" clId="{D81C79B4-51B4-449C-B2FF-52AAB3D00D4B}" dt="2026-03-24T06:13:47.559" v="226" actId="14100"/>
          <ac:picMkLst>
            <pc:docMk/>
            <pc:sldMk cId="0" sldId="261"/>
            <ac:picMk id="3" creationId="{6BB1476C-9E0F-F8FE-93E5-E00D1A778D84}"/>
          </ac:picMkLst>
        </pc:picChg>
        <pc:picChg chg="mod">
          <ac:chgData name="Karthik M" userId="6c9d086632a0424a" providerId="LiveId" clId="{D81C79B4-51B4-449C-B2FF-52AAB3D00D4B}" dt="2026-03-24T06:14:17.252" v="230" actId="14100"/>
          <ac:picMkLst>
            <pc:docMk/>
            <pc:sldMk cId="0" sldId="261"/>
            <ac:picMk id="5" creationId="{7D0F8D7F-C8C1-B25F-8844-BDD4B1B70854}"/>
          </ac:picMkLst>
        </pc:picChg>
      </pc:sldChg>
      <pc:sldChg chg="modSp mod">
        <pc:chgData name="Karthik M" userId="6c9d086632a0424a" providerId="LiveId" clId="{D81C79B4-51B4-449C-B2FF-52AAB3D00D4B}" dt="2026-03-24T07:18:20.782" v="336" actId="1035"/>
        <pc:sldMkLst>
          <pc:docMk/>
          <pc:sldMk cId="0" sldId="262"/>
        </pc:sldMkLst>
        <pc:spChg chg="mod">
          <ac:chgData name="Karthik M" userId="6c9d086632a0424a" providerId="LiveId" clId="{D81C79B4-51B4-449C-B2FF-52AAB3D00D4B}" dt="2026-03-24T06:16:28.480" v="296" actId="1076"/>
          <ac:spMkLst>
            <pc:docMk/>
            <pc:sldMk cId="0" sldId="262"/>
            <ac:spMk id="129" creationId="{00000000-0000-0000-0000-000000000000}"/>
          </ac:spMkLst>
        </pc:spChg>
        <pc:spChg chg="mod">
          <ac:chgData name="Karthik M" userId="6c9d086632a0424a" providerId="LiveId" clId="{D81C79B4-51B4-449C-B2FF-52AAB3D00D4B}" dt="2026-03-24T06:17:03.978" v="299" actId="1076"/>
          <ac:spMkLst>
            <pc:docMk/>
            <pc:sldMk cId="0" sldId="262"/>
            <ac:spMk id="130" creationId="{00000000-0000-0000-0000-000000000000}"/>
          </ac:spMkLst>
        </pc:spChg>
        <pc:picChg chg="mod">
          <ac:chgData name="Karthik M" userId="6c9d086632a0424a" providerId="LiveId" clId="{D81C79B4-51B4-449C-B2FF-52AAB3D00D4B}" dt="2026-03-24T07:18:20.782" v="336" actId="1035"/>
          <ac:picMkLst>
            <pc:docMk/>
            <pc:sldMk cId="0" sldId="262"/>
            <ac:picMk id="5" creationId="{4EC3F3DE-0423-C334-D62A-8B8E74438ABA}"/>
          </ac:picMkLst>
        </pc:picChg>
        <pc:picChg chg="mod">
          <ac:chgData name="Karthik M" userId="6c9d086632a0424a" providerId="LiveId" clId="{D81C79B4-51B4-449C-B2FF-52AAB3D00D4B}" dt="2026-03-24T06:16:25.156" v="295" actId="14100"/>
          <ac:picMkLst>
            <pc:docMk/>
            <pc:sldMk cId="0" sldId="262"/>
            <ac:picMk id="7" creationId="{3847E0C7-8664-FC3F-30C3-A764635F206A}"/>
          </ac:picMkLst>
        </pc:picChg>
      </pc:sldChg>
      <pc:sldChg chg="delSp modSp mod">
        <pc:chgData name="Karthik M" userId="6c9d086632a0424a" providerId="LiveId" clId="{D81C79B4-51B4-449C-B2FF-52AAB3D00D4B}" dt="2026-03-24T09:27:23.099" v="349" actId="403"/>
        <pc:sldMkLst>
          <pc:docMk/>
          <pc:sldMk cId="0" sldId="265"/>
        </pc:sldMkLst>
        <pc:spChg chg="mod">
          <ac:chgData name="Karthik M" userId="6c9d086632a0424a" providerId="LiveId" clId="{D81C79B4-51B4-449C-B2FF-52AAB3D00D4B}" dt="2026-03-24T09:27:23.099" v="349" actId="403"/>
          <ac:spMkLst>
            <pc:docMk/>
            <pc:sldMk cId="0" sldId="265"/>
            <ac:spMk id="5" creationId="{1F18FB4D-158D-A5E6-AEA3-5ACDA992891B}"/>
          </ac:spMkLst>
        </pc:spChg>
        <pc:spChg chg="mod">
          <ac:chgData name="Karthik M" userId="6c9d086632a0424a" providerId="LiveId" clId="{D81C79B4-51B4-449C-B2FF-52AAB3D00D4B}" dt="2026-03-24T05:57:04.373" v="94" actId="14100"/>
          <ac:spMkLst>
            <pc:docMk/>
            <pc:sldMk cId="0" sldId="265"/>
            <ac:spMk id="146" creationId="{00000000-0000-0000-0000-000000000000}"/>
          </ac:spMkLst>
        </pc:spChg>
        <pc:spChg chg="del">
          <ac:chgData name="Karthik M" userId="6c9d086632a0424a" providerId="LiveId" clId="{D81C79B4-51B4-449C-B2FF-52AAB3D00D4B}" dt="2026-03-24T05:57:33.726" v="99" actId="21"/>
          <ac:spMkLst>
            <pc:docMk/>
            <pc:sldMk cId="0" sldId="265"/>
            <ac:spMk id="148" creationId="{00000000-0000-0000-0000-000000000000}"/>
          </ac:spMkLst>
        </pc:spChg>
      </pc:sldChg>
      <pc:sldChg chg="delSp modSp mod">
        <pc:chgData name="Karthik M" userId="6c9d086632a0424a" providerId="LiveId" clId="{D81C79B4-51B4-449C-B2FF-52AAB3D00D4B}" dt="2026-03-24T08:48:12.752" v="347" actId="21"/>
        <pc:sldMkLst>
          <pc:docMk/>
          <pc:sldMk cId="0" sldId="266"/>
        </pc:sldMkLst>
        <pc:spChg chg="mod">
          <ac:chgData name="Karthik M" userId="6c9d086632a0424a" providerId="LiveId" clId="{D81C79B4-51B4-449C-B2FF-52AAB3D00D4B}" dt="2026-03-24T06:00:43.256" v="155" actId="14100"/>
          <ac:spMkLst>
            <pc:docMk/>
            <pc:sldMk cId="0" sldId="266"/>
            <ac:spMk id="151" creationId="{00000000-0000-0000-0000-000000000000}"/>
          </ac:spMkLst>
        </pc:spChg>
        <pc:spChg chg="mod">
          <ac:chgData name="Karthik M" userId="6c9d086632a0424a" providerId="LiveId" clId="{D81C79B4-51B4-449C-B2FF-52AAB3D00D4B}" dt="2026-03-24T08:48:03.605" v="346" actId="20577"/>
          <ac:spMkLst>
            <pc:docMk/>
            <pc:sldMk cId="0" sldId="266"/>
            <ac:spMk id="152" creationId="{00000000-0000-0000-0000-000000000000}"/>
          </ac:spMkLst>
        </pc:spChg>
        <pc:spChg chg="del">
          <ac:chgData name="Karthik M" userId="6c9d086632a0424a" providerId="LiveId" clId="{D81C79B4-51B4-449C-B2FF-52AAB3D00D4B}" dt="2026-03-24T08:48:12.752" v="347" actId="21"/>
          <ac:spMkLst>
            <pc:docMk/>
            <pc:sldMk cId="0" sldId="266"/>
            <ac:spMk id="153" creationId="{00000000-0000-0000-0000-000000000000}"/>
          </ac:spMkLst>
        </pc:spChg>
        <pc:spChg chg="del">
          <ac:chgData name="Karthik M" userId="6c9d086632a0424a" providerId="LiveId" clId="{D81C79B4-51B4-449C-B2FF-52AAB3D00D4B}" dt="2026-03-24T06:00:58.243" v="158" actId="21"/>
          <ac:spMkLst>
            <pc:docMk/>
            <pc:sldMk cId="0" sldId="266"/>
            <ac:spMk id="154" creationId="{00000000-0000-0000-0000-000000000000}"/>
          </ac:spMkLst>
        </pc:spChg>
      </pc:sldChg>
      <pc:sldChg chg="delSp modSp mod">
        <pc:chgData name="Karthik M" userId="6c9d086632a0424a" providerId="LiveId" clId="{D81C79B4-51B4-449C-B2FF-52AAB3D00D4B}" dt="2026-03-24T06:02:41.742" v="195" actId="14100"/>
        <pc:sldMkLst>
          <pc:docMk/>
          <pc:sldMk cId="0" sldId="267"/>
        </pc:sldMkLst>
        <pc:spChg chg="mod">
          <ac:chgData name="Karthik M" userId="6c9d086632a0424a" providerId="LiveId" clId="{D81C79B4-51B4-449C-B2FF-52AAB3D00D4B}" dt="2026-03-24T06:02:41.742" v="195" actId="14100"/>
          <ac:spMkLst>
            <pc:docMk/>
            <pc:sldMk cId="0" sldId="267"/>
            <ac:spMk id="157" creationId="{00000000-0000-0000-0000-000000000000}"/>
          </ac:spMkLst>
        </pc:spChg>
        <pc:spChg chg="del">
          <ac:chgData name="Karthik M" userId="6c9d086632a0424a" providerId="LiveId" clId="{D81C79B4-51B4-449C-B2FF-52AAB3D00D4B}" dt="2026-03-24T06:02:33.151" v="192" actId="21"/>
          <ac:spMkLst>
            <pc:docMk/>
            <pc:sldMk cId="0" sldId="267"/>
            <ac:spMk id="158" creationId="{00000000-0000-0000-0000-000000000000}"/>
          </ac:spMkLst>
        </pc:spChg>
      </pc:sldChg>
      <pc:sldChg chg="modSp mod">
        <pc:chgData name="Karthik M" userId="6c9d086632a0424a" providerId="LiveId" clId="{D81C79B4-51B4-449C-B2FF-52AAB3D00D4B}" dt="2026-03-24T06:24:21.869" v="325" actId="20577"/>
        <pc:sldMkLst>
          <pc:docMk/>
          <pc:sldMk cId="0" sldId="268"/>
        </pc:sldMkLst>
        <pc:spChg chg="mod">
          <ac:chgData name="Karthik M" userId="6c9d086632a0424a" providerId="LiveId" clId="{D81C79B4-51B4-449C-B2FF-52AAB3D00D4B}" dt="2026-03-24T06:24:21.869" v="325" actId="20577"/>
          <ac:spMkLst>
            <pc:docMk/>
            <pc:sldMk cId="0" sldId="268"/>
            <ac:spMk id="164" creationId="{00000000-0000-0000-0000-000000000000}"/>
          </ac:spMkLst>
        </pc:spChg>
      </pc:sldChg>
      <pc:sldChg chg="modSp mod">
        <pc:chgData name="Karthik M" userId="6c9d086632a0424a" providerId="LiveId" clId="{D81C79B4-51B4-449C-B2FF-52AAB3D00D4B}" dt="2026-03-24T06:03:47.652" v="220" actId="20577"/>
        <pc:sldMkLst>
          <pc:docMk/>
          <pc:sldMk cId="0" sldId="269"/>
        </pc:sldMkLst>
        <pc:spChg chg="mod">
          <ac:chgData name="Karthik M" userId="6c9d086632a0424a" providerId="LiveId" clId="{D81C79B4-51B4-449C-B2FF-52AAB3D00D4B}" dt="2026-03-24T06:03:15.364" v="200" actId="14100"/>
          <ac:spMkLst>
            <pc:docMk/>
            <pc:sldMk cId="0" sldId="269"/>
            <ac:spMk id="166" creationId="{00000000-0000-0000-0000-000000000000}"/>
          </ac:spMkLst>
        </pc:spChg>
        <pc:spChg chg="mod">
          <ac:chgData name="Karthik M" userId="6c9d086632a0424a" providerId="LiveId" clId="{D81C79B4-51B4-449C-B2FF-52AAB3D00D4B}" dt="2026-03-24T06:03:47.652" v="220" actId="20577"/>
          <ac:spMkLst>
            <pc:docMk/>
            <pc:sldMk cId="0" sldId="269"/>
            <ac:spMk id="167" creationId="{00000000-0000-0000-0000-000000000000}"/>
          </ac:spMkLst>
        </pc:spChg>
      </pc:sldChg>
      <pc:sldChg chg="modSp mod">
        <pc:chgData name="Karthik M" userId="6c9d086632a0424a" providerId="LiveId" clId="{D81C79B4-51B4-449C-B2FF-52AAB3D00D4B}" dt="2026-03-24T06:27:59.626" v="328"/>
        <pc:sldMkLst>
          <pc:docMk/>
          <pc:sldMk cId="0" sldId="270"/>
        </pc:sldMkLst>
        <pc:spChg chg="mod">
          <ac:chgData name="Karthik M" userId="6c9d086632a0424a" providerId="LiveId" clId="{D81C79B4-51B4-449C-B2FF-52AAB3D00D4B}" dt="2026-03-24T06:27:59.626" v="328"/>
          <ac:spMkLst>
            <pc:docMk/>
            <pc:sldMk cId="0" sldId="270"/>
            <ac:spMk id="172" creationId="{00000000-0000-0000-0000-000000000000}"/>
          </ac:spMkLst>
        </pc:spChg>
      </pc:sldChg>
      <pc:sldChg chg="modSp del mod">
        <pc:chgData name="Karthik M" userId="6c9d086632a0424a" providerId="LiveId" clId="{D81C79B4-51B4-449C-B2FF-52AAB3D00D4B}" dt="2026-03-24T06:23:22.090" v="323" actId="47"/>
        <pc:sldMkLst>
          <pc:docMk/>
          <pc:sldMk cId="3454857110" sldId="273"/>
        </pc:sldMkLst>
        <pc:spChg chg="mod">
          <ac:chgData name="Karthik M" userId="6c9d086632a0424a" providerId="LiveId" clId="{D81C79B4-51B4-449C-B2FF-52AAB3D00D4B}" dt="2026-03-24T06:17:34.665" v="301" actId="14100"/>
          <ac:spMkLst>
            <pc:docMk/>
            <pc:sldMk cId="3454857110" sldId="273"/>
            <ac:spMk id="6" creationId="{1C44E2CD-239A-7C2D-6274-1D0682E44DBE}"/>
          </ac:spMkLst>
        </pc:spChg>
      </pc:sldChg>
      <pc:sldChg chg="modSp mod">
        <pc:chgData name="Karthik M" userId="6c9d086632a0424a" providerId="LiveId" clId="{D81C79B4-51B4-449C-B2FF-52AAB3D00D4B}" dt="2026-03-24T06:24:49.251" v="327" actId="2711"/>
        <pc:sldMkLst>
          <pc:docMk/>
          <pc:sldMk cId="2870730051" sldId="274"/>
        </pc:sldMkLst>
        <pc:spChg chg="mod">
          <ac:chgData name="Karthik M" userId="6c9d086632a0424a" providerId="LiveId" clId="{D81C79B4-51B4-449C-B2FF-52AAB3D00D4B}" dt="2026-03-24T06:24:49.251" v="327" actId="2711"/>
          <ac:spMkLst>
            <pc:docMk/>
            <pc:sldMk cId="2870730051" sldId="274"/>
            <ac:spMk id="6" creationId="{27162CB0-A21D-2871-ECBA-21AB7D658FF3}"/>
          </ac:spMkLst>
        </pc:spChg>
      </pc:sldChg>
      <pc:sldChg chg="modSp mod">
        <pc:chgData name="Karthik M" userId="6c9d086632a0424a" providerId="LiveId" clId="{D81C79B4-51B4-449C-B2FF-52AAB3D00D4B}" dt="2026-03-24T06:29:31.641" v="330"/>
        <pc:sldMkLst>
          <pc:docMk/>
          <pc:sldMk cId="3882226427" sldId="789"/>
        </pc:sldMkLst>
        <pc:spChg chg="mod">
          <ac:chgData name="Karthik M" userId="6c9d086632a0424a" providerId="LiveId" clId="{D81C79B4-51B4-449C-B2FF-52AAB3D00D4B}" dt="2026-03-24T06:29:31.641" v="330"/>
          <ac:spMkLst>
            <pc:docMk/>
            <pc:sldMk cId="3882226427" sldId="789"/>
            <ac:spMk id="3" creationId="{ECFCE915-4185-4C62-8EF2-A59B4F631E3C}"/>
          </ac:spMkLst>
        </pc:spChg>
      </pc:sldChg>
      <pc:sldChg chg="add del">
        <pc:chgData name="Karthik M" userId="6c9d086632a0424a" providerId="LiveId" clId="{D81C79B4-51B4-449C-B2FF-52AAB3D00D4B}" dt="2026-03-24T05:59:53.679" v="139"/>
        <pc:sldMkLst>
          <pc:docMk/>
          <pc:sldMk cId="8788641" sldId="790"/>
        </pc:sldMkLst>
      </pc:sldChg>
      <pc:sldChg chg="new del">
        <pc:chgData name="Karthik M" userId="6c9d086632a0424a" providerId="LiveId" clId="{D81C79B4-51B4-449C-B2FF-52AAB3D00D4B}" dt="2026-03-24T08:46:22.714" v="338" actId="680"/>
        <pc:sldMkLst>
          <pc:docMk/>
          <pc:sldMk cId="1389696137" sldId="79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4937A6-EB34-4FDD-9AA6-135C71B3A300}" type="datetimeFigureOut">
              <a:rPr lang="en-IN" smtClean="0"/>
              <a:t>24-03-2026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92BB0D-E60B-4902-824F-9DD3A1227BC4}" type="slidenum">
              <a:rPr lang="en-IN" smtClean="0"/>
              <a:t>‹#›</a:t>
            </a:fld>
            <a:endParaRPr lang="en-IN"/>
          </a:p>
        </p:txBody>
      </p:sp>
    </p:spTree>
    <p:extLst>
      <p:ext uri="{BB962C8B-B14F-4D97-AF65-F5344CB8AC3E}">
        <p14:creationId xmlns:p14="http://schemas.microsoft.com/office/powerpoint/2010/main" val="348900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txBody>
          <a:bodyPr/>
          <a:lstStyle/>
          <a:p>
            <a:endParaRPr lang="en-IN"/>
          </a:p>
        </p:txBody>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7966215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411E6-52CD-5EDE-EBF6-D195B56CE89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E8F2B8A-000D-F9F9-BD52-A181AEFA18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6E439E4-A4E0-EE24-EFC2-CFDF2DDBBA1A}"/>
              </a:ext>
            </a:extLst>
          </p:cNvPr>
          <p:cNvSpPr>
            <a:spLocks noGrp="1"/>
          </p:cNvSpPr>
          <p:nvPr>
            <p:ph type="dt" sz="half" idx="10"/>
          </p:nvPr>
        </p:nvSpPr>
        <p:spPr/>
        <p:txBody>
          <a:bodyPr/>
          <a:lstStyle/>
          <a:p>
            <a:fld id="{8A49741E-2C1D-4008-8432-F9BA85C481CE}" type="datetimeFigureOut">
              <a:rPr lang="en-IN" smtClean="0"/>
              <a:t>24-03-2026</a:t>
            </a:fld>
            <a:endParaRPr lang="en-IN"/>
          </a:p>
        </p:txBody>
      </p:sp>
      <p:sp>
        <p:nvSpPr>
          <p:cNvPr id="5" name="Footer Placeholder 4">
            <a:extLst>
              <a:ext uri="{FF2B5EF4-FFF2-40B4-BE49-F238E27FC236}">
                <a16:creationId xmlns:a16="http://schemas.microsoft.com/office/drawing/2014/main" id="{575E9C88-4D7E-FF21-5617-52A2737FFF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2C322E-1912-4A61-1030-FA12AF73A121}"/>
              </a:ext>
            </a:extLst>
          </p:cNvPr>
          <p:cNvSpPr>
            <a:spLocks noGrp="1"/>
          </p:cNvSpPr>
          <p:nvPr>
            <p:ph type="sldNum" sz="quarter" idx="12"/>
          </p:nvPr>
        </p:nvSpPr>
        <p:spPr/>
        <p:txBody>
          <a:bodyPr/>
          <a:lstStyle/>
          <a:p>
            <a:fld id="{298931D2-A099-4886-8A83-FC122B3D08D0}" type="slidenum">
              <a:rPr lang="en-IN" smtClean="0"/>
              <a:t>‹#›</a:t>
            </a:fld>
            <a:endParaRPr lang="en-IN"/>
          </a:p>
        </p:txBody>
      </p:sp>
    </p:spTree>
    <p:extLst>
      <p:ext uri="{BB962C8B-B14F-4D97-AF65-F5344CB8AC3E}">
        <p14:creationId xmlns:p14="http://schemas.microsoft.com/office/powerpoint/2010/main" val="39998318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038D6-BF28-1CF0-A1A6-35C5159CF8E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91D2ED1-E49D-3EEF-82E7-C5F70BD5833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2B5E3E-F9ED-37B5-CCB3-514AC6270139}"/>
              </a:ext>
            </a:extLst>
          </p:cNvPr>
          <p:cNvSpPr>
            <a:spLocks noGrp="1"/>
          </p:cNvSpPr>
          <p:nvPr>
            <p:ph type="dt" sz="half" idx="10"/>
          </p:nvPr>
        </p:nvSpPr>
        <p:spPr/>
        <p:txBody>
          <a:bodyPr/>
          <a:lstStyle/>
          <a:p>
            <a:fld id="{8A49741E-2C1D-4008-8432-F9BA85C481CE}" type="datetimeFigureOut">
              <a:rPr lang="en-IN" smtClean="0"/>
              <a:t>24-03-2026</a:t>
            </a:fld>
            <a:endParaRPr lang="en-IN"/>
          </a:p>
        </p:txBody>
      </p:sp>
      <p:sp>
        <p:nvSpPr>
          <p:cNvPr id="5" name="Footer Placeholder 4">
            <a:extLst>
              <a:ext uri="{FF2B5EF4-FFF2-40B4-BE49-F238E27FC236}">
                <a16:creationId xmlns:a16="http://schemas.microsoft.com/office/drawing/2014/main" id="{ED81CDBC-3D32-B309-73BC-747B31BB48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00F4FB-2E96-9CF8-5F69-742C26F6B870}"/>
              </a:ext>
            </a:extLst>
          </p:cNvPr>
          <p:cNvSpPr>
            <a:spLocks noGrp="1"/>
          </p:cNvSpPr>
          <p:nvPr>
            <p:ph type="sldNum" sz="quarter" idx="12"/>
          </p:nvPr>
        </p:nvSpPr>
        <p:spPr/>
        <p:txBody>
          <a:bodyPr/>
          <a:lstStyle/>
          <a:p>
            <a:fld id="{298931D2-A099-4886-8A83-FC122B3D08D0}" type="slidenum">
              <a:rPr lang="en-IN" smtClean="0"/>
              <a:t>‹#›</a:t>
            </a:fld>
            <a:endParaRPr lang="en-IN"/>
          </a:p>
        </p:txBody>
      </p:sp>
    </p:spTree>
    <p:extLst>
      <p:ext uri="{BB962C8B-B14F-4D97-AF65-F5344CB8AC3E}">
        <p14:creationId xmlns:p14="http://schemas.microsoft.com/office/powerpoint/2010/main" val="1491276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6CF8E-6434-9C6C-1FE4-ABB0AB04E47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8D0D9DB-BBF2-DD74-233F-A8C6208789B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BA59F05-98A4-C57E-8A55-DB531ED8F12C}"/>
              </a:ext>
            </a:extLst>
          </p:cNvPr>
          <p:cNvSpPr>
            <a:spLocks noGrp="1"/>
          </p:cNvSpPr>
          <p:nvPr>
            <p:ph type="dt" sz="half" idx="10"/>
          </p:nvPr>
        </p:nvSpPr>
        <p:spPr/>
        <p:txBody>
          <a:bodyPr/>
          <a:lstStyle/>
          <a:p>
            <a:fld id="{8A49741E-2C1D-4008-8432-F9BA85C481CE}" type="datetimeFigureOut">
              <a:rPr lang="en-IN" smtClean="0"/>
              <a:t>24-03-2026</a:t>
            </a:fld>
            <a:endParaRPr lang="en-IN"/>
          </a:p>
        </p:txBody>
      </p:sp>
      <p:sp>
        <p:nvSpPr>
          <p:cNvPr id="5" name="Footer Placeholder 4">
            <a:extLst>
              <a:ext uri="{FF2B5EF4-FFF2-40B4-BE49-F238E27FC236}">
                <a16:creationId xmlns:a16="http://schemas.microsoft.com/office/drawing/2014/main" id="{02AAF1C3-C9DA-2BB9-589A-D169438E6D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5C767B-4A4B-32DD-1B71-709448E55D25}"/>
              </a:ext>
            </a:extLst>
          </p:cNvPr>
          <p:cNvSpPr>
            <a:spLocks noGrp="1"/>
          </p:cNvSpPr>
          <p:nvPr>
            <p:ph type="sldNum" sz="quarter" idx="12"/>
          </p:nvPr>
        </p:nvSpPr>
        <p:spPr/>
        <p:txBody>
          <a:bodyPr/>
          <a:lstStyle/>
          <a:p>
            <a:fld id="{298931D2-A099-4886-8A83-FC122B3D08D0}" type="slidenum">
              <a:rPr lang="en-IN" smtClean="0"/>
              <a:t>‹#›</a:t>
            </a:fld>
            <a:endParaRPr lang="en-IN"/>
          </a:p>
        </p:txBody>
      </p:sp>
    </p:spTree>
    <p:extLst>
      <p:ext uri="{BB962C8B-B14F-4D97-AF65-F5344CB8AC3E}">
        <p14:creationId xmlns:p14="http://schemas.microsoft.com/office/powerpoint/2010/main" val="23450306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5A231C-C2D4-AD11-26E2-735B73DE460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EA07B53-FC32-1222-86A2-9F0ECC980E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7F06B93-1092-8537-16AE-14503B00711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707ABBA-531B-930B-20BD-174842C8B50D}"/>
              </a:ext>
            </a:extLst>
          </p:cNvPr>
          <p:cNvSpPr>
            <a:spLocks noGrp="1"/>
          </p:cNvSpPr>
          <p:nvPr>
            <p:ph type="dt" sz="half" idx="10"/>
          </p:nvPr>
        </p:nvSpPr>
        <p:spPr/>
        <p:txBody>
          <a:bodyPr/>
          <a:lstStyle/>
          <a:p>
            <a:fld id="{8A49741E-2C1D-4008-8432-F9BA85C481CE}" type="datetimeFigureOut">
              <a:rPr lang="en-IN" smtClean="0"/>
              <a:t>24-03-2026</a:t>
            </a:fld>
            <a:endParaRPr lang="en-IN"/>
          </a:p>
        </p:txBody>
      </p:sp>
      <p:sp>
        <p:nvSpPr>
          <p:cNvPr id="6" name="Footer Placeholder 5">
            <a:extLst>
              <a:ext uri="{FF2B5EF4-FFF2-40B4-BE49-F238E27FC236}">
                <a16:creationId xmlns:a16="http://schemas.microsoft.com/office/drawing/2014/main" id="{9407B142-5597-AC25-FF96-303FC9AC99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70F5D2E-017F-A0E3-463F-FE8163EDDB8D}"/>
              </a:ext>
            </a:extLst>
          </p:cNvPr>
          <p:cNvSpPr>
            <a:spLocks noGrp="1"/>
          </p:cNvSpPr>
          <p:nvPr>
            <p:ph type="sldNum" sz="quarter" idx="12"/>
          </p:nvPr>
        </p:nvSpPr>
        <p:spPr/>
        <p:txBody>
          <a:bodyPr/>
          <a:lstStyle/>
          <a:p>
            <a:fld id="{298931D2-A099-4886-8A83-FC122B3D08D0}" type="slidenum">
              <a:rPr lang="en-IN" smtClean="0"/>
              <a:t>‹#›</a:t>
            </a:fld>
            <a:endParaRPr lang="en-IN"/>
          </a:p>
        </p:txBody>
      </p:sp>
    </p:spTree>
    <p:extLst>
      <p:ext uri="{BB962C8B-B14F-4D97-AF65-F5344CB8AC3E}">
        <p14:creationId xmlns:p14="http://schemas.microsoft.com/office/powerpoint/2010/main" val="3308521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EB47F-411A-8D96-0F8B-23F2A21764F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1045DE6-23BE-7ADD-DDA8-09462231E2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EE0BB9-DEEE-5736-695B-5318ADC228D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ECCCE31-FFF0-817B-4977-77AA0B6274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CC13AB2-C014-D3ED-36D1-252A409D266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C479F6D-69A5-5B4C-8A62-EBA47C54530C}"/>
              </a:ext>
            </a:extLst>
          </p:cNvPr>
          <p:cNvSpPr>
            <a:spLocks noGrp="1"/>
          </p:cNvSpPr>
          <p:nvPr>
            <p:ph type="dt" sz="half" idx="10"/>
          </p:nvPr>
        </p:nvSpPr>
        <p:spPr/>
        <p:txBody>
          <a:bodyPr/>
          <a:lstStyle/>
          <a:p>
            <a:fld id="{8A49741E-2C1D-4008-8432-F9BA85C481CE}" type="datetimeFigureOut">
              <a:rPr lang="en-IN" smtClean="0"/>
              <a:t>24-03-2026</a:t>
            </a:fld>
            <a:endParaRPr lang="en-IN"/>
          </a:p>
        </p:txBody>
      </p:sp>
      <p:sp>
        <p:nvSpPr>
          <p:cNvPr id="8" name="Footer Placeholder 7">
            <a:extLst>
              <a:ext uri="{FF2B5EF4-FFF2-40B4-BE49-F238E27FC236}">
                <a16:creationId xmlns:a16="http://schemas.microsoft.com/office/drawing/2014/main" id="{80B2F6A4-D87D-274F-E5DB-CB14B5FFE27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EFF020A-3816-DEA9-2898-9CC194052AEC}"/>
              </a:ext>
            </a:extLst>
          </p:cNvPr>
          <p:cNvSpPr>
            <a:spLocks noGrp="1"/>
          </p:cNvSpPr>
          <p:nvPr>
            <p:ph type="sldNum" sz="quarter" idx="12"/>
          </p:nvPr>
        </p:nvSpPr>
        <p:spPr/>
        <p:txBody>
          <a:bodyPr/>
          <a:lstStyle/>
          <a:p>
            <a:fld id="{298931D2-A099-4886-8A83-FC122B3D08D0}" type="slidenum">
              <a:rPr lang="en-IN" smtClean="0"/>
              <a:t>‹#›</a:t>
            </a:fld>
            <a:endParaRPr lang="en-IN"/>
          </a:p>
        </p:txBody>
      </p:sp>
    </p:spTree>
    <p:extLst>
      <p:ext uri="{BB962C8B-B14F-4D97-AF65-F5344CB8AC3E}">
        <p14:creationId xmlns:p14="http://schemas.microsoft.com/office/powerpoint/2010/main" val="10078541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73606-0E81-DAAD-C0D8-57D67BFD37F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15E86CB-1EC8-2989-5773-774487220949}"/>
              </a:ext>
            </a:extLst>
          </p:cNvPr>
          <p:cNvSpPr>
            <a:spLocks noGrp="1"/>
          </p:cNvSpPr>
          <p:nvPr>
            <p:ph type="dt" sz="half" idx="10"/>
          </p:nvPr>
        </p:nvSpPr>
        <p:spPr/>
        <p:txBody>
          <a:bodyPr/>
          <a:lstStyle/>
          <a:p>
            <a:fld id="{8A49741E-2C1D-4008-8432-F9BA85C481CE}" type="datetimeFigureOut">
              <a:rPr lang="en-IN" smtClean="0"/>
              <a:t>24-03-2026</a:t>
            </a:fld>
            <a:endParaRPr lang="en-IN"/>
          </a:p>
        </p:txBody>
      </p:sp>
      <p:sp>
        <p:nvSpPr>
          <p:cNvPr id="4" name="Footer Placeholder 3">
            <a:extLst>
              <a:ext uri="{FF2B5EF4-FFF2-40B4-BE49-F238E27FC236}">
                <a16:creationId xmlns:a16="http://schemas.microsoft.com/office/drawing/2014/main" id="{726B9791-A0CF-F6FC-983F-2598BEFB9B7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D4D360D-7A42-5E18-AF60-7B30CC7F3ABB}"/>
              </a:ext>
            </a:extLst>
          </p:cNvPr>
          <p:cNvSpPr>
            <a:spLocks noGrp="1"/>
          </p:cNvSpPr>
          <p:nvPr>
            <p:ph type="sldNum" sz="quarter" idx="12"/>
          </p:nvPr>
        </p:nvSpPr>
        <p:spPr/>
        <p:txBody>
          <a:bodyPr/>
          <a:lstStyle/>
          <a:p>
            <a:fld id="{298931D2-A099-4886-8A83-FC122B3D08D0}" type="slidenum">
              <a:rPr lang="en-IN" smtClean="0"/>
              <a:t>‹#›</a:t>
            </a:fld>
            <a:endParaRPr lang="en-IN"/>
          </a:p>
        </p:txBody>
      </p:sp>
    </p:spTree>
    <p:extLst>
      <p:ext uri="{BB962C8B-B14F-4D97-AF65-F5344CB8AC3E}">
        <p14:creationId xmlns:p14="http://schemas.microsoft.com/office/powerpoint/2010/main" val="3326118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CD5737-43D1-422C-4857-18FE1DD87835}"/>
              </a:ext>
            </a:extLst>
          </p:cNvPr>
          <p:cNvSpPr>
            <a:spLocks noGrp="1"/>
          </p:cNvSpPr>
          <p:nvPr>
            <p:ph type="dt" sz="half" idx="10"/>
          </p:nvPr>
        </p:nvSpPr>
        <p:spPr/>
        <p:txBody>
          <a:bodyPr/>
          <a:lstStyle/>
          <a:p>
            <a:fld id="{8A49741E-2C1D-4008-8432-F9BA85C481CE}" type="datetimeFigureOut">
              <a:rPr lang="en-IN" smtClean="0"/>
              <a:t>24-03-2026</a:t>
            </a:fld>
            <a:endParaRPr lang="en-IN"/>
          </a:p>
        </p:txBody>
      </p:sp>
      <p:sp>
        <p:nvSpPr>
          <p:cNvPr id="3" name="Footer Placeholder 2">
            <a:extLst>
              <a:ext uri="{FF2B5EF4-FFF2-40B4-BE49-F238E27FC236}">
                <a16:creationId xmlns:a16="http://schemas.microsoft.com/office/drawing/2014/main" id="{78ED1115-0DB4-3FD4-9CDB-28811588E3F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F46A88C-8F78-3EE2-546A-9EF45C32B063}"/>
              </a:ext>
            </a:extLst>
          </p:cNvPr>
          <p:cNvSpPr>
            <a:spLocks noGrp="1"/>
          </p:cNvSpPr>
          <p:nvPr>
            <p:ph type="sldNum" sz="quarter" idx="12"/>
          </p:nvPr>
        </p:nvSpPr>
        <p:spPr/>
        <p:txBody>
          <a:bodyPr/>
          <a:lstStyle/>
          <a:p>
            <a:fld id="{298931D2-A099-4886-8A83-FC122B3D08D0}" type="slidenum">
              <a:rPr lang="en-IN" smtClean="0"/>
              <a:t>‹#›</a:t>
            </a:fld>
            <a:endParaRPr lang="en-IN"/>
          </a:p>
        </p:txBody>
      </p:sp>
    </p:spTree>
    <p:extLst>
      <p:ext uri="{BB962C8B-B14F-4D97-AF65-F5344CB8AC3E}">
        <p14:creationId xmlns:p14="http://schemas.microsoft.com/office/powerpoint/2010/main" val="13852709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C622F-FA0E-DBC0-B6D8-A83998C058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C491A77-CA32-DE96-CA6C-4777B62241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D376A2B-6A10-BB9A-BA94-01957B0D77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802A24-C314-8F47-7CA5-B4DEBB4EE42D}"/>
              </a:ext>
            </a:extLst>
          </p:cNvPr>
          <p:cNvSpPr>
            <a:spLocks noGrp="1"/>
          </p:cNvSpPr>
          <p:nvPr>
            <p:ph type="dt" sz="half" idx="10"/>
          </p:nvPr>
        </p:nvSpPr>
        <p:spPr/>
        <p:txBody>
          <a:bodyPr/>
          <a:lstStyle/>
          <a:p>
            <a:fld id="{8A49741E-2C1D-4008-8432-F9BA85C481CE}" type="datetimeFigureOut">
              <a:rPr lang="en-IN" smtClean="0"/>
              <a:t>24-03-2026</a:t>
            </a:fld>
            <a:endParaRPr lang="en-IN"/>
          </a:p>
        </p:txBody>
      </p:sp>
      <p:sp>
        <p:nvSpPr>
          <p:cNvPr id="6" name="Footer Placeholder 5">
            <a:extLst>
              <a:ext uri="{FF2B5EF4-FFF2-40B4-BE49-F238E27FC236}">
                <a16:creationId xmlns:a16="http://schemas.microsoft.com/office/drawing/2014/main" id="{ABC40088-7199-5157-CBA0-A8BE00382D4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107B2FC-2383-3D0E-8678-5C7561183231}"/>
              </a:ext>
            </a:extLst>
          </p:cNvPr>
          <p:cNvSpPr>
            <a:spLocks noGrp="1"/>
          </p:cNvSpPr>
          <p:nvPr>
            <p:ph type="sldNum" sz="quarter" idx="12"/>
          </p:nvPr>
        </p:nvSpPr>
        <p:spPr/>
        <p:txBody>
          <a:bodyPr/>
          <a:lstStyle/>
          <a:p>
            <a:fld id="{298931D2-A099-4886-8A83-FC122B3D08D0}" type="slidenum">
              <a:rPr lang="en-IN" smtClean="0"/>
              <a:t>‹#›</a:t>
            </a:fld>
            <a:endParaRPr lang="en-IN"/>
          </a:p>
        </p:txBody>
      </p:sp>
    </p:spTree>
    <p:extLst>
      <p:ext uri="{BB962C8B-B14F-4D97-AF65-F5344CB8AC3E}">
        <p14:creationId xmlns:p14="http://schemas.microsoft.com/office/powerpoint/2010/main" val="1008409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C9823-815F-FF34-97B0-C6F2A0F5C8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BB94182-25A8-8149-7F4D-BBB79FC9B8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C221BCB-1D76-2045-FEE9-C85C0374D4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9EB654-5A47-0EC2-9307-D3D5D6962700}"/>
              </a:ext>
            </a:extLst>
          </p:cNvPr>
          <p:cNvSpPr>
            <a:spLocks noGrp="1"/>
          </p:cNvSpPr>
          <p:nvPr>
            <p:ph type="dt" sz="half" idx="10"/>
          </p:nvPr>
        </p:nvSpPr>
        <p:spPr/>
        <p:txBody>
          <a:bodyPr/>
          <a:lstStyle/>
          <a:p>
            <a:fld id="{8A49741E-2C1D-4008-8432-F9BA85C481CE}" type="datetimeFigureOut">
              <a:rPr lang="en-IN" smtClean="0"/>
              <a:t>24-03-2026</a:t>
            </a:fld>
            <a:endParaRPr lang="en-IN"/>
          </a:p>
        </p:txBody>
      </p:sp>
      <p:sp>
        <p:nvSpPr>
          <p:cNvPr id="6" name="Footer Placeholder 5">
            <a:extLst>
              <a:ext uri="{FF2B5EF4-FFF2-40B4-BE49-F238E27FC236}">
                <a16:creationId xmlns:a16="http://schemas.microsoft.com/office/drawing/2014/main" id="{00D2F587-DDEF-694E-6E76-B34C9AC6B61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FDF051-C441-CABD-F961-F45D8478661D}"/>
              </a:ext>
            </a:extLst>
          </p:cNvPr>
          <p:cNvSpPr>
            <a:spLocks noGrp="1"/>
          </p:cNvSpPr>
          <p:nvPr>
            <p:ph type="sldNum" sz="quarter" idx="12"/>
          </p:nvPr>
        </p:nvSpPr>
        <p:spPr/>
        <p:txBody>
          <a:bodyPr/>
          <a:lstStyle/>
          <a:p>
            <a:fld id="{298931D2-A099-4886-8A83-FC122B3D08D0}" type="slidenum">
              <a:rPr lang="en-IN" smtClean="0"/>
              <a:t>‹#›</a:t>
            </a:fld>
            <a:endParaRPr lang="en-IN"/>
          </a:p>
        </p:txBody>
      </p:sp>
    </p:spTree>
    <p:extLst>
      <p:ext uri="{BB962C8B-B14F-4D97-AF65-F5344CB8AC3E}">
        <p14:creationId xmlns:p14="http://schemas.microsoft.com/office/powerpoint/2010/main" val="35800969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3AB2B-82E0-F941-435D-B9A9753DD2D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437787A-1CB0-F0DD-5CB8-61BFBE2EA2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CB7DBED-92C0-3E21-C238-25E497DC3707}"/>
              </a:ext>
            </a:extLst>
          </p:cNvPr>
          <p:cNvSpPr>
            <a:spLocks noGrp="1"/>
          </p:cNvSpPr>
          <p:nvPr>
            <p:ph type="dt" sz="half" idx="10"/>
          </p:nvPr>
        </p:nvSpPr>
        <p:spPr/>
        <p:txBody>
          <a:bodyPr/>
          <a:lstStyle/>
          <a:p>
            <a:fld id="{8A49741E-2C1D-4008-8432-F9BA85C481CE}" type="datetimeFigureOut">
              <a:rPr lang="en-IN" smtClean="0"/>
              <a:t>24-03-2026</a:t>
            </a:fld>
            <a:endParaRPr lang="en-IN"/>
          </a:p>
        </p:txBody>
      </p:sp>
      <p:sp>
        <p:nvSpPr>
          <p:cNvPr id="5" name="Footer Placeholder 4">
            <a:extLst>
              <a:ext uri="{FF2B5EF4-FFF2-40B4-BE49-F238E27FC236}">
                <a16:creationId xmlns:a16="http://schemas.microsoft.com/office/drawing/2014/main" id="{61F88229-B434-1DBF-0545-41CA454F39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891971-6DA5-3D3A-40A7-00B43D088D9F}"/>
              </a:ext>
            </a:extLst>
          </p:cNvPr>
          <p:cNvSpPr>
            <a:spLocks noGrp="1"/>
          </p:cNvSpPr>
          <p:nvPr>
            <p:ph type="sldNum" sz="quarter" idx="12"/>
          </p:nvPr>
        </p:nvSpPr>
        <p:spPr/>
        <p:txBody>
          <a:bodyPr/>
          <a:lstStyle/>
          <a:p>
            <a:fld id="{298931D2-A099-4886-8A83-FC122B3D08D0}" type="slidenum">
              <a:rPr lang="en-IN" smtClean="0"/>
              <a:t>‹#›</a:t>
            </a:fld>
            <a:endParaRPr lang="en-IN"/>
          </a:p>
        </p:txBody>
      </p:sp>
    </p:spTree>
    <p:extLst>
      <p:ext uri="{BB962C8B-B14F-4D97-AF65-F5344CB8AC3E}">
        <p14:creationId xmlns:p14="http://schemas.microsoft.com/office/powerpoint/2010/main" val="6144967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3FCD99-43BA-7806-5F35-15F1F5B8DFA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952A186-DD5D-B109-A909-877B6248B5C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8048D0B-EFF9-B9CB-9199-8B7B3E35ED7B}"/>
              </a:ext>
            </a:extLst>
          </p:cNvPr>
          <p:cNvSpPr>
            <a:spLocks noGrp="1"/>
          </p:cNvSpPr>
          <p:nvPr>
            <p:ph type="dt" sz="half" idx="10"/>
          </p:nvPr>
        </p:nvSpPr>
        <p:spPr/>
        <p:txBody>
          <a:bodyPr/>
          <a:lstStyle/>
          <a:p>
            <a:fld id="{8A49741E-2C1D-4008-8432-F9BA85C481CE}" type="datetimeFigureOut">
              <a:rPr lang="en-IN" smtClean="0"/>
              <a:t>24-03-2026</a:t>
            </a:fld>
            <a:endParaRPr lang="en-IN"/>
          </a:p>
        </p:txBody>
      </p:sp>
      <p:sp>
        <p:nvSpPr>
          <p:cNvPr id="5" name="Footer Placeholder 4">
            <a:extLst>
              <a:ext uri="{FF2B5EF4-FFF2-40B4-BE49-F238E27FC236}">
                <a16:creationId xmlns:a16="http://schemas.microsoft.com/office/drawing/2014/main" id="{797B32D5-596B-B84C-1C20-535A1735737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C493BE-5C21-F07E-89CE-1E37ADD955B3}"/>
              </a:ext>
            </a:extLst>
          </p:cNvPr>
          <p:cNvSpPr>
            <a:spLocks noGrp="1"/>
          </p:cNvSpPr>
          <p:nvPr>
            <p:ph type="sldNum" sz="quarter" idx="12"/>
          </p:nvPr>
        </p:nvSpPr>
        <p:spPr/>
        <p:txBody>
          <a:bodyPr/>
          <a:lstStyle/>
          <a:p>
            <a:fld id="{298931D2-A099-4886-8A83-FC122B3D08D0}" type="slidenum">
              <a:rPr lang="en-IN" smtClean="0"/>
              <a:t>‹#›</a:t>
            </a:fld>
            <a:endParaRPr lang="en-IN"/>
          </a:p>
        </p:txBody>
      </p:sp>
    </p:spTree>
    <p:extLst>
      <p:ext uri="{BB962C8B-B14F-4D97-AF65-F5344CB8AC3E}">
        <p14:creationId xmlns:p14="http://schemas.microsoft.com/office/powerpoint/2010/main" val="32908133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A0C703-CB69-4063-3453-EA3C5800A7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B03AA59-D1E9-345B-C28B-9EB75C9316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FFA47F-E55C-996E-4B1E-6ED4ABD3F2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A49741E-2C1D-4008-8432-F9BA85C481CE}" type="datetimeFigureOut">
              <a:rPr lang="en-IN" smtClean="0"/>
              <a:t>24-03-2026</a:t>
            </a:fld>
            <a:endParaRPr lang="en-IN"/>
          </a:p>
        </p:txBody>
      </p:sp>
      <p:sp>
        <p:nvSpPr>
          <p:cNvPr id="5" name="Footer Placeholder 4">
            <a:extLst>
              <a:ext uri="{FF2B5EF4-FFF2-40B4-BE49-F238E27FC236}">
                <a16:creationId xmlns:a16="http://schemas.microsoft.com/office/drawing/2014/main" id="{07B417EF-EBC5-F54A-80CD-2E9B36D7B3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6C7232C-7EF9-12F6-D78F-4F95FD6B8D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8931D2-A099-4886-8A83-FC122B3D08D0}" type="slidenum">
              <a:rPr lang="en-IN" smtClean="0"/>
              <a:t>‹#›</a:t>
            </a:fld>
            <a:endParaRPr lang="en-IN"/>
          </a:p>
        </p:txBody>
      </p:sp>
    </p:spTree>
    <p:extLst>
      <p:ext uri="{BB962C8B-B14F-4D97-AF65-F5344CB8AC3E}">
        <p14:creationId xmlns:p14="http://schemas.microsoft.com/office/powerpoint/2010/main" val="21660769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Imhs14/Online-Learning-Management-System"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a:extLst>
              <a:ext uri="{FF2B5EF4-FFF2-40B4-BE49-F238E27FC236}">
                <a16:creationId xmlns:a16="http://schemas.microsoft.com/office/drawing/2014/main" id="{68B97AC5-8C21-C622-DFE8-55B728863467}"/>
              </a:ext>
            </a:extLst>
          </p:cNvPr>
          <p:cNvSpPr txBox="1">
            <a:spLocks/>
          </p:cNvSpPr>
          <p:nvPr/>
        </p:nvSpPr>
        <p:spPr>
          <a:xfrm>
            <a:off x="-1" y="1768565"/>
            <a:ext cx="12192000" cy="8777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b="1" dirty="0">
                <a:latin typeface="Times New Roman" pitchFamily="18" charset="0"/>
                <a:cs typeface="Times New Roman" pitchFamily="18" charset="0"/>
              </a:rPr>
              <a:t>LOGO DETECTION and BRAND RECOGNITION SYSTEM</a:t>
            </a:r>
          </a:p>
          <a:p>
            <a:pPr marL="0" indent="0" algn="ctr">
              <a:buNone/>
            </a:pPr>
            <a:r>
              <a:rPr lang="en-US" b="1" dirty="0">
                <a:latin typeface="Times New Roman" pitchFamily="18" charset="0"/>
                <a:cs typeface="Times New Roman" pitchFamily="18" charset="0"/>
              </a:rPr>
              <a:t>USING AI and REAL-TIME IMAGE PROCESSING</a:t>
            </a:r>
          </a:p>
          <a:p>
            <a:pPr marL="0" indent="0" algn="ctr">
              <a:buNone/>
            </a:pPr>
            <a:endParaRPr lang="en-US" b="1" i="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394F9554-70FB-7959-C352-2A29A458E2FD}"/>
              </a:ext>
            </a:extLst>
          </p:cNvPr>
          <p:cNvSpPr txBox="1"/>
          <p:nvPr/>
        </p:nvSpPr>
        <p:spPr>
          <a:xfrm>
            <a:off x="1980488" y="2703513"/>
            <a:ext cx="8231021" cy="3046988"/>
          </a:xfrm>
          <a:prstGeom prst="rect">
            <a:avLst/>
          </a:prstGeom>
          <a:noFill/>
        </p:spPr>
        <p:txBody>
          <a:bodyPr wrap="square" rtlCol="0">
            <a:spAutoFit/>
          </a:bodyPr>
          <a:lstStyle/>
          <a:p>
            <a:pPr algn="ctr"/>
            <a:r>
              <a:rPr lang="en-US" sz="2400" b="1" dirty="0">
                <a:latin typeface="Times New Roman" pitchFamily="18" charset="0"/>
                <a:cs typeface="Times New Roman" pitchFamily="18" charset="0"/>
              </a:rPr>
              <a:t>Batch No: 07 </a:t>
            </a:r>
            <a:endParaRPr lang="en-US" sz="2400" b="1" dirty="0">
              <a:solidFill>
                <a:srgbClr val="FF0000"/>
              </a:solidFill>
              <a:latin typeface="Times New Roman" pitchFamily="18" charset="0"/>
              <a:cs typeface="Times New Roman" pitchFamily="18" charset="0"/>
            </a:endParaRPr>
          </a:p>
          <a:p>
            <a:pPr marL="457200" lvl="0" indent="-457200" algn="just">
              <a:lnSpc>
                <a:spcPct val="150000"/>
              </a:lnSpc>
              <a:buFont typeface="+mj-lt"/>
              <a:buAutoNum type="arabicPeriod"/>
            </a:pP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S.Rishi</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Rupak			(239P1A6724) </a:t>
            </a:r>
          </a:p>
          <a:p>
            <a:pPr marL="457200" lvl="0" indent="-457200" algn="just">
              <a:lnSpc>
                <a:spcPct val="150000"/>
              </a:lnSpc>
              <a:buFont typeface="+mj-lt"/>
              <a:buAutoNum type="arabicPeriod"/>
            </a:pP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M.Karthik</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(239P1A6719)</a:t>
            </a:r>
          </a:p>
          <a:p>
            <a:pPr marL="457200" lvl="0" indent="-457200" algn="just">
              <a:lnSpc>
                <a:spcPct val="150000"/>
              </a:lnSpc>
              <a:buFont typeface="+mj-lt"/>
              <a:buAutoNum type="arabicPeriod"/>
            </a:pP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I.Sathwik</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Reddy			(239P1A6704)</a:t>
            </a:r>
          </a:p>
          <a:p>
            <a:pPr marL="457200" lvl="0" indent="-457200" algn="just">
              <a:lnSpc>
                <a:spcPct val="150000"/>
              </a:lnSpc>
              <a:buFont typeface="+mj-lt"/>
              <a:buAutoNum type="arabicPeriod"/>
            </a:pPr>
            <a:r>
              <a:rPr lang="en-US" sz="2400" b="1" dirty="0" err="1">
                <a:latin typeface="Times New Roman" panose="02020603050405020304" pitchFamily="18" charset="0"/>
                <a:ea typeface="Times New Roman" panose="02020603050405020304" pitchFamily="18" charset="0"/>
                <a:cs typeface="Times New Roman" panose="02020603050405020304" pitchFamily="18" charset="0"/>
              </a:rPr>
              <a:t>M.Shiva</a:t>
            </a:r>
            <a:r>
              <a:rPr lang="en-US" sz="2400" b="1" dirty="0">
                <a:latin typeface="Times New Roman" panose="02020603050405020304" pitchFamily="18" charset="0"/>
                <a:ea typeface="Times New Roman" panose="02020603050405020304" pitchFamily="18" charset="0"/>
                <a:cs typeface="Times New Roman" panose="02020603050405020304" pitchFamily="18" charset="0"/>
              </a:rPr>
              <a:t> Rama Krishna		(239P1A6732)</a:t>
            </a:r>
          </a:p>
          <a:p>
            <a:pPr algn="ctr"/>
            <a:r>
              <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2400" b="1" dirty="0">
              <a:effectLst/>
              <a:latin typeface="Calibri" panose="020F0502020204030204" pitchFamily="34" charset="0"/>
              <a:ea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BEA464F5-6943-455B-2EBB-7341ADE445FA}"/>
              </a:ext>
            </a:extLst>
          </p:cNvPr>
          <p:cNvSpPr txBox="1"/>
          <p:nvPr/>
        </p:nvSpPr>
        <p:spPr>
          <a:xfrm>
            <a:off x="0" y="5288340"/>
            <a:ext cx="12191999" cy="1938992"/>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Under the Guidance of  </a:t>
            </a:r>
          </a:p>
          <a:p>
            <a:pPr algn="ctr"/>
            <a:r>
              <a:rPr lang="en-US" sz="2400" b="1" dirty="0" err="1">
                <a:latin typeface="Times New Roman" panose="02020603050405020304" pitchFamily="18" charset="0"/>
                <a:cs typeface="Times New Roman" panose="02020603050405020304" pitchFamily="18" charset="0"/>
              </a:rPr>
              <a:t>Ms.Farhana</a:t>
            </a:r>
            <a:endParaRPr lang="en-US" sz="2400" b="1" dirty="0">
              <a:latin typeface="Times New Roman" panose="02020603050405020304" pitchFamily="18" charset="0"/>
              <a:cs typeface="Times New Roman" panose="02020603050405020304" pitchFamily="18" charset="0"/>
            </a:endParaRPr>
          </a:p>
          <a:p>
            <a:pPr algn="ctr"/>
            <a:r>
              <a:rPr lang="en-US" sz="2400" b="1" dirty="0">
                <a:latin typeface="Times New Roman" panose="02020603050405020304" pitchFamily="18" charset="0"/>
                <a:cs typeface="Times New Roman" panose="02020603050405020304" pitchFamily="18" charset="0"/>
              </a:rPr>
              <a:t>Assistant Professor</a:t>
            </a:r>
          </a:p>
          <a:p>
            <a:pPr algn="ctr"/>
            <a:r>
              <a:rPr lang="en-US" sz="2400" b="1" dirty="0">
                <a:latin typeface="Times New Roman" panose="02020603050405020304" pitchFamily="18" charset="0"/>
                <a:cs typeface="Times New Roman" panose="02020603050405020304" pitchFamily="18" charset="0"/>
              </a:rPr>
              <a:t>Department of Computer Science and Engineering</a:t>
            </a:r>
            <a:endParaRPr lang="en-US" sz="2400" b="1" dirty="0">
              <a:solidFill>
                <a:srgbClr val="FF0000"/>
              </a:solidFill>
              <a:latin typeface="Times New Roman" pitchFamily="18" charset="0"/>
              <a:cs typeface="Times New Roman" pitchFamily="18" charset="0"/>
            </a:endParaRPr>
          </a:p>
          <a:p>
            <a:pPr algn="ctr"/>
            <a:endParaRPr lang="en-IN" sz="24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8302C3FE-1BAB-F7D1-90C1-59E2C08016D0}"/>
              </a:ext>
            </a:extLst>
          </p:cNvPr>
          <p:cNvSpPr txBox="1"/>
          <p:nvPr/>
        </p:nvSpPr>
        <p:spPr>
          <a:xfrm>
            <a:off x="206250" y="1355630"/>
            <a:ext cx="12191998" cy="461665"/>
          </a:xfrm>
          <a:prstGeom prst="rect">
            <a:avLst/>
          </a:prstGeom>
          <a:noFill/>
        </p:spPr>
        <p:txBody>
          <a:bodyPr wrap="square" rtlCol="0">
            <a:spAutoFit/>
          </a:bodyPr>
          <a:lstStyle/>
          <a:p>
            <a:pPr algn="ctr"/>
            <a:r>
              <a:rPr lang="en-US" sz="2400" b="1" dirty="0">
                <a:latin typeface="Times New Roman" pitchFamily="18" charset="0"/>
                <a:cs typeface="Times New Roman" pitchFamily="18" charset="0"/>
              </a:rPr>
              <a:t>Department of  Computer Science and Engineering (Data Science)</a:t>
            </a:r>
          </a:p>
        </p:txBody>
      </p:sp>
      <p:pic>
        <p:nvPicPr>
          <p:cNvPr id="8" name="Picture 7">
            <a:extLst>
              <a:ext uri="{FF2B5EF4-FFF2-40B4-BE49-F238E27FC236}">
                <a16:creationId xmlns:a16="http://schemas.microsoft.com/office/drawing/2014/main" id="{BDEEE8EA-ADE8-0642-62B4-D29778C950A4}"/>
              </a:ext>
            </a:extLst>
          </p:cNvPr>
          <p:cNvPicPr>
            <a:picLocks noChangeAspect="1"/>
          </p:cNvPicPr>
          <p:nvPr/>
        </p:nvPicPr>
        <p:blipFill>
          <a:blip r:embed="rId2"/>
          <a:stretch>
            <a:fillRect/>
          </a:stretch>
        </p:blipFill>
        <p:spPr>
          <a:xfrm>
            <a:off x="817547" y="0"/>
            <a:ext cx="11166529" cy="1456840"/>
          </a:xfrm>
          <a:prstGeom prst="rect">
            <a:avLst/>
          </a:prstGeom>
        </p:spPr>
      </p:pic>
      <p:pic>
        <p:nvPicPr>
          <p:cNvPr id="9" name="Picture 8">
            <a:extLst>
              <a:ext uri="{FF2B5EF4-FFF2-40B4-BE49-F238E27FC236}">
                <a16:creationId xmlns:a16="http://schemas.microsoft.com/office/drawing/2014/main" id="{557CD700-D174-92FB-D80D-A8B1339B19FA}"/>
              </a:ext>
            </a:extLst>
          </p:cNvPr>
          <p:cNvPicPr>
            <a:picLocks noChangeAspect="1"/>
          </p:cNvPicPr>
          <p:nvPr/>
        </p:nvPicPr>
        <p:blipFill>
          <a:blip r:embed="rId3">
            <a:alphaModFix amt="5000"/>
          </a:blip>
          <a:stretch>
            <a:fillRect/>
          </a:stretch>
        </p:blipFill>
        <p:spPr>
          <a:xfrm>
            <a:off x="511579" y="2703513"/>
            <a:ext cx="11168840" cy="1938992"/>
          </a:xfrm>
          <a:prstGeom prst="rect">
            <a:avLst/>
          </a:prstGeom>
        </p:spPr>
      </p:pic>
    </p:spTree>
    <p:extLst>
      <p:ext uri="{BB962C8B-B14F-4D97-AF65-F5344CB8AC3E}">
        <p14:creationId xmlns:p14="http://schemas.microsoft.com/office/powerpoint/2010/main" val="737780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normAutofit/>
          </a:bodyPr>
          <a:lstStyle/>
          <a:p>
            <a:pPr algn="ctr"/>
            <a:r>
              <a:rPr lang="en-IN" sz="2800" b="1" dirty="0">
                <a:latin typeface="Times New Roman" panose="02020603050405020304" pitchFamily="18" charset="0"/>
                <a:cs typeface="Times New Roman" panose="02020603050405020304" pitchFamily="18" charset="0"/>
              </a:rPr>
              <a:t>OUTLINE </a:t>
            </a: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1" y="1017036"/>
            <a:ext cx="12191999" cy="5840964"/>
          </a:xfrm>
        </p:spPr>
        <p:txBody>
          <a:bodyPr>
            <a:noAutofit/>
          </a:bodyPr>
          <a:lstStyle/>
          <a:p>
            <a:pPr marL="457200" indent="-457200" algn="just">
              <a:lnSpc>
                <a:spcPct val="150000"/>
              </a:lnSpc>
              <a:spcBef>
                <a:spcPts val="415"/>
              </a:spcBef>
              <a:buSzPct val="80000"/>
              <a:buFont typeface="+mj-lt"/>
              <a:buAutoNum type="arabicPeriod"/>
              <a:tabLst>
                <a:tab pos="367030" algn="l"/>
              </a:tabLst>
            </a:pPr>
            <a:r>
              <a:rPr lang="en-IN" sz="2400" dirty="0">
                <a:latin typeface="Times New Roman" panose="02020603050405020304" pitchFamily="18" charset="0"/>
                <a:ea typeface="Times New Roman" panose="02020603050405020304" pitchFamily="18" charset="0"/>
                <a:cs typeface="Times New Roman" panose="02020603050405020304" pitchFamily="18" charset="0"/>
              </a:rPr>
              <a:t>Abstract</a:t>
            </a:r>
          </a:p>
          <a:p>
            <a:pPr marL="457200" indent="-457200" algn="just">
              <a:lnSpc>
                <a:spcPct val="150000"/>
              </a:lnSpc>
              <a:spcBef>
                <a:spcPts val="415"/>
              </a:spcBef>
              <a:buSzPct val="80000"/>
              <a:buFont typeface="+mj-lt"/>
              <a:buAutoNum type="arabicPeriod"/>
              <a:tabLst>
                <a:tab pos="367030" algn="l"/>
              </a:tabLs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Overall Design</a:t>
            </a:r>
            <a:endParaRPr lang="zh-CN" altLang="en-US" sz="2400" dirty="0">
              <a:latin typeface="Times New Roman" panose="02020603050405020304" pitchFamily="18" charset="0"/>
              <a:cs typeface="Times New Roman" panose="02020603050405020304" pitchFamily="18" charset="0"/>
            </a:endParaRPr>
          </a:p>
          <a:p>
            <a:pPr marL="457200" indent="-457200" algn="just">
              <a:lnSpc>
                <a:spcPct val="150000"/>
              </a:lnSpc>
              <a:spcBef>
                <a:spcPts val="415"/>
              </a:spcBef>
              <a:buSzPct val="80000"/>
              <a:buFont typeface="+mj-lt"/>
              <a:buAutoNum type="arabicPeriod"/>
              <a:tabLst>
                <a:tab pos="367030" algn="l"/>
              </a:tabLst>
            </a:pPr>
            <a:r>
              <a:rPr lang="en-IN" sz="2400" dirty="0">
                <a:latin typeface="Times New Roman" panose="02020603050405020304" pitchFamily="18" charset="0"/>
                <a:cs typeface="Times New Roman" panose="02020603050405020304" pitchFamily="18" charset="0"/>
              </a:rPr>
              <a:t>Results Obtained</a:t>
            </a:r>
          </a:p>
          <a:p>
            <a:pPr marL="457200" indent="-457200" algn="just">
              <a:lnSpc>
                <a:spcPct val="150000"/>
              </a:lnSpc>
              <a:spcBef>
                <a:spcPts val="415"/>
              </a:spcBef>
              <a:buSzPct val="80000"/>
              <a:buFont typeface="+mj-lt"/>
              <a:buAutoNum type="arabicPeriod"/>
              <a:tabLst>
                <a:tab pos="367030" algn="l"/>
              </a:tabLst>
            </a:pPr>
            <a:r>
              <a:rPr lang="en-IN" sz="2400" dirty="0">
                <a:latin typeface="Times New Roman" panose="02020603050405020304" pitchFamily="18" charset="0"/>
                <a:cs typeface="Times New Roman" panose="02020603050405020304" pitchFamily="18" charset="0"/>
              </a:rPr>
              <a:t>Performance Evaluation</a:t>
            </a:r>
          </a:p>
          <a:p>
            <a:pPr marL="457200" indent="-457200" algn="just">
              <a:lnSpc>
                <a:spcPct val="150000"/>
              </a:lnSpc>
              <a:spcBef>
                <a:spcPts val="415"/>
              </a:spcBef>
              <a:buSzPct val="80000"/>
              <a:buFont typeface="+mj-lt"/>
              <a:buAutoNum type="arabicPeriod"/>
              <a:tabLst>
                <a:tab pos="367030" algn="l"/>
              </a:tabLst>
            </a:pPr>
            <a:r>
              <a:rPr lang="en-IN" sz="2400" dirty="0">
                <a:latin typeface="Times New Roman" panose="02020603050405020304" pitchFamily="18" charset="0"/>
                <a:cs typeface="Times New Roman" panose="02020603050405020304" pitchFamily="18" charset="0"/>
              </a:rPr>
              <a:t>Conclusion</a:t>
            </a:r>
          </a:p>
          <a:p>
            <a:pPr marL="457200" indent="-457200" algn="just">
              <a:lnSpc>
                <a:spcPct val="150000"/>
              </a:lnSpc>
              <a:spcBef>
                <a:spcPts val="415"/>
              </a:spcBef>
              <a:buSzPct val="80000"/>
              <a:buFont typeface="+mj-lt"/>
              <a:buAutoNum type="arabicPeriod"/>
              <a:tabLst>
                <a:tab pos="367030" algn="l"/>
              </a:tabLst>
            </a:pPr>
            <a:r>
              <a:rPr lang="en-IN" sz="2400" dirty="0">
                <a:latin typeface="Times New Roman" panose="02020603050405020304" pitchFamily="18" charset="0"/>
                <a:cs typeface="Times New Roman" panose="02020603050405020304" pitchFamily="18" charset="0"/>
              </a:rPr>
              <a:t>Future Enhancements </a:t>
            </a:r>
          </a:p>
          <a:p>
            <a:pPr marL="457200" indent="-457200" algn="just">
              <a:lnSpc>
                <a:spcPct val="150000"/>
              </a:lnSpc>
              <a:spcBef>
                <a:spcPts val="415"/>
              </a:spcBef>
              <a:buSzPct val="80000"/>
              <a:buFont typeface="+mj-lt"/>
              <a:buAutoNum type="arabicPeriod"/>
              <a:tabLst>
                <a:tab pos="367030" algn="l"/>
              </a:tabLst>
            </a:pPr>
            <a:r>
              <a:rPr lang="en-IN" sz="2400" dirty="0">
                <a:latin typeface="Times New Roman" panose="02020603050405020304" pitchFamily="18" charset="0"/>
                <a:cs typeface="Times New Roman" panose="02020603050405020304" pitchFamily="18" charset="0"/>
              </a:rPr>
              <a:t>References</a:t>
            </a:r>
          </a:p>
          <a:p>
            <a:pPr marL="457200" indent="-457200" algn="just">
              <a:lnSpc>
                <a:spcPct val="150000"/>
              </a:lnSpc>
              <a:spcBef>
                <a:spcPts val="415"/>
              </a:spcBef>
              <a:buSzPct val="80000"/>
              <a:buFont typeface="+mj-lt"/>
              <a:buAutoNum type="arabicPeriod"/>
              <a:tabLst>
                <a:tab pos="367030" algn="l"/>
              </a:tabLst>
            </a:pPr>
            <a:r>
              <a:rPr lang="en-IN" sz="2400" dirty="0">
                <a:latin typeface="Times New Roman" panose="02020603050405020304" pitchFamily="18" charset="0"/>
                <a:cs typeface="Times New Roman" panose="02020603050405020304" pitchFamily="18" charset="0"/>
              </a:rPr>
              <a:t>Contribution Of The Project</a:t>
            </a:r>
          </a:p>
          <a:p>
            <a:pPr marL="457200" indent="-457200" algn="just">
              <a:lnSpc>
                <a:spcPct val="150000"/>
              </a:lnSpc>
              <a:spcBef>
                <a:spcPts val="415"/>
              </a:spcBef>
              <a:buSzPct val="80000"/>
              <a:buFont typeface="+mj-lt"/>
              <a:buAutoNum type="arabicPeriod"/>
              <a:tabLst>
                <a:tab pos="367030" algn="l"/>
              </a:tabLst>
            </a:pPr>
            <a:r>
              <a:rPr lang="en-IN" sz="2400" dirty="0">
                <a:latin typeface="Times New Roman" panose="02020603050405020304" pitchFamily="18" charset="0"/>
                <a:cs typeface="Times New Roman" panose="02020603050405020304" pitchFamily="18" charset="0"/>
              </a:rPr>
              <a:t>100% Code</a:t>
            </a:r>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2</a:t>
            </a:fld>
            <a:endParaRPr lang="en-IN"/>
          </a:p>
        </p:txBody>
      </p:sp>
    </p:spTree>
    <p:extLst>
      <p:ext uri="{BB962C8B-B14F-4D97-AF65-F5344CB8AC3E}">
        <p14:creationId xmlns:p14="http://schemas.microsoft.com/office/powerpoint/2010/main" val="3882226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728132"/>
          </a:xfrm>
        </p:spPr>
        <p:txBody>
          <a:bodyPr>
            <a:normAutofit/>
          </a:bodyPr>
          <a:lstStyle/>
          <a:p>
            <a:pPr algn="ctr"/>
            <a:r>
              <a:rPr lang="en-IN" sz="2800" b="1" dirty="0">
                <a:latin typeface="Times New Roman" panose="02020603050405020304" pitchFamily="18" charset="0"/>
                <a:cs typeface="Times New Roman" panose="02020603050405020304" pitchFamily="18" charset="0"/>
              </a:rPr>
              <a:t>ABSTRACT</a:t>
            </a: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1" y="1728132"/>
            <a:ext cx="12191999" cy="5129868"/>
          </a:xfrm>
        </p:spPr>
        <p:txBody>
          <a:bodyPr/>
          <a:lstStyle/>
          <a:p>
            <a:pPr marL="0" indent="0" algn="just" eaLnBrk="0" fontAlgn="base" hangingPunct="0">
              <a:lnSpc>
                <a:spcPct val="100000"/>
              </a:lnSpc>
              <a:spcBef>
                <a:spcPct val="20000"/>
              </a:spcBef>
              <a:spcAft>
                <a:spcPct val="0"/>
              </a:spcAft>
              <a:buClr>
                <a:srgbClr val="00007D"/>
              </a:buClr>
              <a:buSzPct val="75000"/>
              <a:buNone/>
            </a:pPr>
            <a:r>
              <a:rPr lang="en-US" dirty="0">
                <a:latin typeface="Times New Roman" panose="02020603050405020304" pitchFamily="18" charset="0"/>
                <a:cs typeface="Times New Roman" panose="02020603050405020304" pitchFamily="18" charset="0"/>
              </a:rPr>
              <a:t>Logo detection is essential for brand monitoring, copyright enforcement, and digital marketing analytics. Traditional logo detection methods rely on manual inspection or rule-based image processing techniques, which lack scalability and accuracy. This project proposes an AI-powered Logo Detection System that utilizes deep learning techniques, including Convolutional Neural Networks (CNNs) and object detection models, to identify and classify logos in real-time. By integrating AI-driven image recognition and automated feature extraction, the system enhances brand visibility analysis and intellectual property protection</a:t>
            </a:r>
          </a:p>
          <a:p>
            <a:pPr marL="0" indent="0" algn="just">
              <a:buNone/>
            </a:pPr>
            <a:endParaRPr lang="en-IN" dirty="0"/>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endParaRPr lang="en-IN" dirty="0"/>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3</a:t>
            </a:fld>
            <a:endParaRPr lang="en-IN"/>
          </a:p>
        </p:txBody>
      </p:sp>
    </p:spTree>
    <p:extLst>
      <p:ext uri="{BB962C8B-B14F-4D97-AF65-F5344CB8AC3E}">
        <p14:creationId xmlns:p14="http://schemas.microsoft.com/office/powerpoint/2010/main" val="1287536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Title 1"/>
          <p:cNvSpPr txBox="1">
            <a:spLocks noGrp="1"/>
          </p:cNvSpPr>
          <p:nvPr>
            <p:ph type="title"/>
          </p:nvPr>
        </p:nvSpPr>
        <p:spPr>
          <a:xfrm>
            <a:off x="838200" y="-55986"/>
            <a:ext cx="10515600" cy="1325563"/>
          </a:xfrm>
          <a:prstGeom prst="rect">
            <a:avLst/>
          </a:prstGeom>
        </p:spPr>
        <p:txBody>
          <a:bodyPr/>
          <a:lstStyle>
            <a:lvl1pPr algn="ctr">
              <a:defRPr sz="3600" b="1">
                <a:latin typeface="Times New Roman"/>
                <a:ea typeface="Times New Roman"/>
                <a:cs typeface="Times New Roman"/>
                <a:sym typeface="Times New Roman"/>
              </a:defRPr>
            </a:lvl1pPr>
          </a:lstStyle>
          <a:p>
            <a:r>
              <a:t>OVERALL DESIGN</a:t>
            </a:r>
          </a:p>
        </p:txBody>
      </p:sp>
      <p:pic>
        <p:nvPicPr>
          <p:cNvPr id="4" name="Picture 3">
            <a:extLst>
              <a:ext uri="{FF2B5EF4-FFF2-40B4-BE49-F238E27FC236}">
                <a16:creationId xmlns:a16="http://schemas.microsoft.com/office/drawing/2014/main" id="{493E11A1-B8F9-D6F0-8729-011127F450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7855" y="1553035"/>
            <a:ext cx="3282950" cy="2997200"/>
          </a:xfrm>
          <a:prstGeom prst="rect">
            <a:avLst/>
          </a:prstGeom>
        </p:spPr>
      </p:pic>
      <p:sp>
        <p:nvSpPr>
          <p:cNvPr id="6" name="TextBox 5">
            <a:extLst>
              <a:ext uri="{FF2B5EF4-FFF2-40B4-BE49-F238E27FC236}">
                <a16:creationId xmlns:a16="http://schemas.microsoft.com/office/drawing/2014/main" id="{390972C9-A002-65DF-358D-8563716E3A28}"/>
              </a:ext>
            </a:extLst>
          </p:cNvPr>
          <p:cNvSpPr txBox="1"/>
          <p:nvPr/>
        </p:nvSpPr>
        <p:spPr>
          <a:xfrm>
            <a:off x="1934856" y="5739425"/>
            <a:ext cx="1949247" cy="369332"/>
          </a:xfrm>
          <a:prstGeom prst="rect">
            <a:avLst/>
          </a:prstGeom>
          <a:noFill/>
        </p:spPr>
        <p:txBody>
          <a:bodyPr wrap="square">
            <a:spAutoFit/>
          </a:bodyPr>
          <a:lstStyle/>
          <a:p>
            <a:pPr marL="0" marR="0" indent="0" algn="l" defTabSz="914400" rtl="0" fontAlgn="auto" latinLnBrk="0" hangingPunct="0">
              <a:lnSpc>
                <a:spcPct val="100000"/>
              </a:lnSpc>
              <a:spcBef>
                <a:spcPts val="0"/>
              </a:spcBef>
              <a:spcAft>
                <a:spcPts val="0"/>
              </a:spcAft>
              <a:buClrTx/>
              <a:buSzTx/>
              <a:buFontTx/>
              <a:buNone/>
              <a:tabLst/>
            </a:pPr>
            <a:r>
              <a:rPr lang="en-US" b="1" dirty="0">
                <a:latin typeface="Times New Roman" panose="02020603050405020304" pitchFamily="18" charset="0"/>
                <a:cs typeface="Times New Roman" panose="02020603050405020304" pitchFamily="18" charset="0"/>
              </a:rPr>
              <a:t>Activity  </a:t>
            </a:r>
            <a:r>
              <a:rPr kumimoji="0" lang="en-US" sz="18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Calibri"/>
              </a:rPr>
              <a:t>Diagram</a:t>
            </a:r>
            <a:endParaRPr kumimoji="0" lang="en-IN" sz="18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Calibri"/>
            </a:endParaRPr>
          </a:p>
        </p:txBody>
      </p:sp>
      <p:sp>
        <p:nvSpPr>
          <p:cNvPr id="8" name="TextBox 7">
            <a:extLst>
              <a:ext uri="{FF2B5EF4-FFF2-40B4-BE49-F238E27FC236}">
                <a16:creationId xmlns:a16="http://schemas.microsoft.com/office/drawing/2014/main" id="{D2DF15D2-5732-276C-EA9A-9DDB7C4053D1}"/>
              </a:ext>
            </a:extLst>
          </p:cNvPr>
          <p:cNvSpPr txBox="1"/>
          <p:nvPr/>
        </p:nvSpPr>
        <p:spPr>
          <a:xfrm>
            <a:off x="7308908" y="5554759"/>
            <a:ext cx="2061594" cy="369332"/>
          </a:xfrm>
          <a:prstGeom prst="rect">
            <a:avLst/>
          </a:prstGeom>
          <a:noFill/>
        </p:spPr>
        <p:txBody>
          <a:bodyPr wrap="square">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Calibri"/>
              </a:rPr>
              <a:t>Sequence Diagram</a:t>
            </a:r>
            <a:endParaRPr kumimoji="0" lang="en-IN" sz="18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Calibri"/>
            </a:endParaRPr>
          </a:p>
        </p:txBody>
      </p:sp>
      <p:pic>
        <p:nvPicPr>
          <p:cNvPr id="9" name="Picture 8">
            <a:extLst>
              <a:ext uri="{FF2B5EF4-FFF2-40B4-BE49-F238E27FC236}">
                <a16:creationId xmlns:a16="http://schemas.microsoft.com/office/drawing/2014/main" id="{1BA2AF6F-ECE4-016A-02AE-2B703022CF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4453" y="1939925"/>
            <a:ext cx="2279650" cy="29781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7162CB0-A21D-2871-ECBA-21AB7D658FF3}"/>
              </a:ext>
            </a:extLst>
          </p:cNvPr>
          <p:cNvSpPr txBox="1"/>
          <p:nvPr/>
        </p:nvSpPr>
        <p:spPr>
          <a:xfrm>
            <a:off x="5266267" y="5969000"/>
            <a:ext cx="2540000" cy="40010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2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Calibri"/>
              </a:rPr>
              <a:t>System Architecture</a:t>
            </a:r>
            <a:endParaRPr kumimoji="0" lang="en-IN" sz="2000" b="1" i="0" u="none" strike="noStrike" cap="none" spc="0" normalizeH="0" baseline="0" dirty="0">
              <a:ln>
                <a:noFill/>
              </a:ln>
              <a:solidFill>
                <a:srgbClr val="000000"/>
              </a:solidFill>
              <a:effectLst/>
              <a:uFillTx/>
              <a:latin typeface="Times New Roman" panose="02020603050405020304" pitchFamily="18" charset="0"/>
              <a:cs typeface="Times New Roman" panose="02020603050405020304" pitchFamily="18" charset="0"/>
              <a:sym typeface="Calibri"/>
            </a:endParaRPr>
          </a:p>
        </p:txBody>
      </p:sp>
      <p:pic>
        <p:nvPicPr>
          <p:cNvPr id="2" name="Picture 1">
            <a:extLst>
              <a:ext uri="{FF2B5EF4-FFF2-40B4-BE49-F238E27FC236}">
                <a16:creationId xmlns:a16="http://schemas.microsoft.com/office/drawing/2014/main" id="{8CE00812-49B1-8674-552B-EC1E8D6412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7950" y="2235200"/>
            <a:ext cx="4356100" cy="2387600"/>
          </a:xfrm>
          <a:prstGeom prst="rect">
            <a:avLst/>
          </a:prstGeom>
        </p:spPr>
      </p:pic>
    </p:spTree>
    <p:extLst>
      <p:ext uri="{BB962C8B-B14F-4D97-AF65-F5344CB8AC3E}">
        <p14:creationId xmlns:p14="http://schemas.microsoft.com/office/powerpoint/2010/main" val="28707300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Title 1"/>
          <p:cNvSpPr txBox="1">
            <a:spLocks noGrp="1"/>
          </p:cNvSpPr>
          <p:nvPr>
            <p:ph type="title"/>
          </p:nvPr>
        </p:nvSpPr>
        <p:spPr>
          <a:xfrm>
            <a:off x="0" y="-1"/>
            <a:ext cx="12192000" cy="1203651"/>
          </a:xfrm>
          <a:prstGeom prst="rect">
            <a:avLst/>
          </a:prstGeom>
        </p:spPr>
        <p:txBody>
          <a:bodyPr/>
          <a:lstStyle>
            <a:lvl1pPr algn="ctr">
              <a:defRPr sz="3600" b="1">
                <a:latin typeface="Times New Roman"/>
                <a:ea typeface="Times New Roman"/>
                <a:cs typeface="Times New Roman"/>
                <a:sym typeface="Times New Roman"/>
              </a:defRPr>
            </a:lvl1pPr>
          </a:lstStyle>
          <a:p>
            <a:r>
              <a:rPr lang="en-IN" dirty="0"/>
              <a:t>Experimental results</a:t>
            </a:r>
            <a:endParaRPr dirty="0"/>
          </a:p>
        </p:txBody>
      </p:sp>
      <p:sp>
        <p:nvSpPr>
          <p:cNvPr id="117" name="Date Placeholder 3"/>
          <p:cNvSpPr txBox="1"/>
          <p:nvPr/>
        </p:nvSpPr>
        <p:spPr>
          <a:xfrm>
            <a:off x="883919" y="6414760"/>
            <a:ext cx="26517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t>15-03-2026</a:t>
            </a:r>
          </a:p>
        </p:txBody>
      </p:sp>
      <p:sp>
        <p:nvSpPr>
          <p:cNvPr id="118" name="Slide Number Placeholder 4"/>
          <p:cNvSpPr txBox="1">
            <a:spLocks noGrp="1"/>
          </p:cNvSpPr>
          <p:nvPr>
            <p:ph type="sldNum" sz="quarter" idx="4294967295"/>
          </p:nvPr>
        </p:nvSpPr>
        <p:spPr>
          <a:xfrm>
            <a:off x="11172418" y="6414760"/>
            <a:ext cx="181383"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6</a:t>
            </a:fld>
            <a:endParaRPr/>
          </a:p>
        </p:txBody>
      </p:sp>
      <p:sp>
        <p:nvSpPr>
          <p:cNvPr id="121" name="TextBox 2"/>
          <p:cNvSpPr txBox="1"/>
          <p:nvPr/>
        </p:nvSpPr>
        <p:spPr>
          <a:xfrm>
            <a:off x="2209800" y="5426101"/>
            <a:ext cx="2717076" cy="338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600" b="1">
                <a:latin typeface="Times New Roman"/>
                <a:ea typeface="Times New Roman"/>
                <a:cs typeface="Times New Roman"/>
                <a:sym typeface="Times New Roman"/>
              </a:defRPr>
            </a:lvl1pPr>
          </a:lstStyle>
          <a:p>
            <a:r>
              <a:rPr lang="en-IN" dirty="0"/>
              <a:t>Fig 1 –Signup Page </a:t>
            </a:r>
          </a:p>
        </p:txBody>
      </p:sp>
      <p:sp>
        <p:nvSpPr>
          <p:cNvPr id="122" name="TextBox 7"/>
          <p:cNvSpPr txBox="1"/>
          <p:nvPr/>
        </p:nvSpPr>
        <p:spPr>
          <a:xfrm>
            <a:off x="7684089" y="5359400"/>
            <a:ext cx="3964266" cy="338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600" b="1">
                <a:latin typeface="Times New Roman"/>
                <a:ea typeface="Times New Roman"/>
                <a:cs typeface="Times New Roman"/>
                <a:sym typeface="Times New Roman"/>
              </a:defRPr>
            </a:lvl1pPr>
          </a:lstStyle>
          <a:p>
            <a:r>
              <a:rPr dirty="0"/>
              <a:t>Fig 2 – </a:t>
            </a:r>
            <a:r>
              <a:rPr lang="en-US" dirty="0"/>
              <a:t>Home Page</a:t>
            </a:r>
            <a:endParaRPr dirty="0"/>
          </a:p>
        </p:txBody>
      </p:sp>
      <p:pic>
        <p:nvPicPr>
          <p:cNvPr id="3" name="Picture 2">
            <a:extLst>
              <a:ext uri="{FF2B5EF4-FFF2-40B4-BE49-F238E27FC236}">
                <a16:creationId xmlns:a16="http://schemas.microsoft.com/office/drawing/2014/main" id="{6BB1476C-9E0F-F8FE-93E5-E00D1A778D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718870"/>
            <a:ext cx="5847747" cy="3289358"/>
          </a:xfrm>
          <a:prstGeom prst="rect">
            <a:avLst/>
          </a:prstGeom>
        </p:spPr>
      </p:pic>
      <p:pic>
        <p:nvPicPr>
          <p:cNvPr id="5" name="Picture 4">
            <a:extLst>
              <a:ext uri="{FF2B5EF4-FFF2-40B4-BE49-F238E27FC236}">
                <a16:creationId xmlns:a16="http://schemas.microsoft.com/office/drawing/2014/main" id="{7D0F8D7F-C8C1-B25F-8844-BDD4B1B708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47794" y="1718870"/>
            <a:ext cx="6244206" cy="351236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Title 1"/>
          <p:cNvSpPr txBox="1">
            <a:spLocks noGrp="1"/>
          </p:cNvSpPr>
          <p:nvPr>
            <p:ph type="title"/>
          </p:nvPr>
        </p:nvSpPr>
        <p:spPr>
          <a:xfrm>
            <a:off x="0" y="-1"/>
            <a:ext cx="12192000" cy="1203651"/>
          </a:xfrm>
          <a:prstGeom prst="rect">
            <a:avLst/>
          </a:prstGeom>
        </p:spPr>
        <p:txBody>
          <a:bodyPr/>
          <a:lstStyle>
            <a:lvl1pPr algn="ctr">
              <a:defRPr sz="3600" b="1">
                <a:latin typeface="Times New Roman"/>
                <a:ea typeface="Times New Roman"/>
                <a:cs typeface="Times New Roman"/>
                <a:sym typeface="Times New Roman"/>
              </a:defRPr>
            </a:lvl1pPr>
          </a:lstStyle>
          <a:p>
            <a:r>
              <a:t>Experimental results</a:t>
            </a:r>
          </a:p>
        </p:txBody>
      </p:sp>
      <p:sp>
        <p:nvSpPr>
          <p:cNvPr id="125" name="Date Placeholder 3"/>
          <p:cNvSpPr txBox="1"/>
          <p:nvPr/>
        </p:nvSpPr>
        <p:spPr>
          <a:xfrm>
            <a:off x="883919" y="6414760"/>
            <a:ext cx="26517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t>15-03-2026</a:t>
            </a:r>
          </a:p>
        </p:txBody>
      </p:sp>
      <p:sp>
        <p:nvSpPr>
          <p:cNvPr id="126" name="Slide Number Placeholder 4"/>
          <p:cNvSpPr txBox="1">
            <a:spLocks noGrp="1"/>
          </p:cNvSpPr>
          <p:nvPr>
            <p:ph type="sldNum" sz="quarter" idx="4294967295"/>
          </p:nvPr>
        </p:nvSpPr>
        <p:spPr>
          <a:xfrm>
            <a:off x="11172418" y="6414760"/>
            <a:ext cx="181383"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7</a:t>
            </a:fld>
            <a:endParaRPr/>
          </a:p>
        </p:txBody>
      </p:sp>
      <p:sp>
        <p:nvSpPr>
          <p:cNvPr id="129" name="TextBox 5"/>
          <p:cNvSpPr txBox="1"/>
          <p:nvPr/>
        </p:nvSpPr>
        <p:spPr>
          <a:xfrm>
            <a:off x="1104709" y="5215957"/>
            <a:ext cx="3727113" cy="338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600" b="1">
                <a:latin typeface="Times New Roman"/>
                <a:ea typeface="Times New Roman"/>
                <a:cs typeface="Times New Roman"/>
                <a:sym typeface="Times New Roman"/>
              </a:defRPr>
            </a:lvl1pPr>
          </a:lstStyle>
          <a:p>
            <a:r>
              <a:t>Fig 3 – </a:t>
            </a:r>
            <a:r>
              <a:rPr lang="en-US"/>
              <a:t>Sign in page(login)</a:t>
            </a:r>
            <a:endParaRPr/>
          </a:p>
        </p:txBody>
      </p:sp>
      <p:sp>
        <p:nvSpPr>
          <p:cNvPr id="130" name="TextBox 9"/>
          <p:cNvSpPr txBox="1"/>
          <p:nvPr/>
        </p:nvSpPr>
        <p:spPr>
          <a:xfrm>
            <a:off x="6818810" y="5213962"/>
            <a:ext cx="3847829" cy="33855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defRPr sz="1600" b="1">
                <a:latin typeface="Times New Roman"/>
                <a:ea typeface="Times New Roman"/>
                <a:cs typeface="Times New Roman"/>
                <a:sym typeface="Times New Roman"/>
              </a:defRPr>
            </a:lvl1pPr>
          </a:lstStyle>
          <a:p>
            <a:r>
              <a:rPr dirty="0"/>
              <a:t>Fig 4 –</a:t>
            </a:r>
            <a:r>
              <a:rPr lang="en-US" dirty="0"/>
              <a:t>Course Catalog</a:t>
            </a:r>
            <a:endParaRPr dirty="0"/>
          </a:p>
        </p:txBody>
      </p:sp>
      <p:pic>
        <p:nvPicPr>
          <p:cNvPr id="5" name="Picture 4">
            <a:extLst>
              <a:ext uri="{FF2B5EF4-FFF2-40B4-BE49-F238E27FC236}">
                <a16:creationId xmlns:a16="http://schemas.microsoft.com/office/drawing/2014/main" id="{4EC3F3DE-0423-C334-D62A-8B8E74438A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59424" y="1089802"/>
            <a:ext cx="7383097" cy="3918425"/>
          </a:xfrm>
          <a:prstGeom prst="rect">
            <a:avLst/>
          </a:prstGeom>
        </p:spPr>
      </p:pic>
      <p:pic>
        <p:nvPicPr>
          <p:cNvPr id="7" name="Picture 6">
            <a:extLst>
              <a:ext uri="{FF2B5EF4-FFF2-40B4-BE49-F238E27FC236}">
                <a16:creationId xmlns:a16="http://schemas.microsoft.com/office/drawing/2014/main" id="{3847E0C7-8664-FC3F-30C3-A764635F20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9479" y="1526873"/>
            <a:ext cx="3506521" cy="350652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Title 1"/>
          <p:cNvSpPr txBox="1">
            <a:spLocks noGrp="1"/>
          </p:cNvSpPr>
          <p:nvPr>
            <p:ph type="title"/>
          </p:nvPr>
        </p:nvSpPr>
        <p:spPr>
          <a:xfrm>
            <a:off x="0" y="1"/>
            <a:ext cx="12192000" cy="1690687"/>
          </a:xfrm>
          <a:prstGeom prst="rect">
            <a:avLst/>
          </a:prstGeom>
        </p:spPr>
        <p:txBody>
          <a:bodyPr>
            <a:normAutofit/>
          </a:bodyPr>
          <a:lstStyle>
            <a:lvl1pPr algn="ctr">
              <a:defRPr sz="3600" b="1">
                <a:latin typeface="Times New Roman"/>
                <a:ea typeface="Times New Roman"/>
                <a:cs typeface="Times New Roman"/>
                <a:sym typeface="Times New Roman"/>
              </a:defRPr>
            </a:lvl1pPr>
          </a:lstStyle>
          <a:p>
            <a:r>
              <a:rPr dirty="0"/>
              <a:t>Performance Evaluation</a:t>
            </a:r>
          </a:p>
        </p:txBody>
      </p:sp>
      <p:sp>
        <p:nvSpPr>
          <p:cNvPr id="5" name="Text Placeholder 4">
            <a:extLst>
              <a:ext uri="{FF2B5EF4-FFF2-40B4-BE49-F238E27FC236}">
                <a16:creationId xmlns:a16="http://schemas.microsoft.com/office/drawing/2014/main" id="{1F18FB4D-158D-A5E6-AEA3-5ACDA992891B}"/>
              </a:ext>
            </a:extLst>
          </p:cNvPr>
          <p:cNvSpPr>
            <a:spLocks noGrp="1"/>
          </p:cNvSpPr>
          <p:nvPr>
            <p:ph type="body" idx="1"/>
          </p:nvPr>
        </p:nvSpPr>
        <p:spPr>
          <a:xfrm>
            <a:off x="0" y="1690688"/>
            <a:ext cx="12192000" cy="5167312"/>
          </a:xfrm>
        </p:spPr>
        <p:txBody>
          <a:bodyPr>
            <a:noAutofit/>
          </a:bodyPr>
          <a:lstStyle/>
          <a:p>
            <a:pPr marL="0" indent="0">
              <a:buNone/>
            </a:pPr>
            <a:r>
              <a:rPr lang="en-IN" sz="2400" b="1" dirty="0">
                <a:latin typeface="Times New Roman" panose="02020603050405020304" pitchFamily="18" charset="0"/>
                <a:cs typeface="Times New Roman" panose="02020603050405020304" pitchFamily="18" charset="0"/>
              </a:rPr>
              <a:t>1.Detection Accuracy</a:t>
            </a:r>
            <a:endParaRPr lang="en-US" sz="2400" b="1"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system correctly identifies logos from trained brands with good accuracy. Accuracy improves when more training images are added.</a:t>
            </a:r>
          </a:p>
          <a:p>
            <a:pPr marL="0" indent="0">
              <a:buNone/>
            </a:pPr>
            <a:r>
              <a:rPr lang="en-IN" sz="2400" b="1" dirty="0">
                <a:latin typeface="Times New Roman" panose="02020603050405020304" pitchFamily="18" charset="0"/>
                <a:cs typeface="Times New Roman" panose="02020603050405020304" pitchFamily="18" charset="0"/>
              </a:rPr>
              <a:t>2.Real-Time Performance</a:t>
            </a:r>
          </a:p>
          <a:p>
            <a:r>
              <a:rPr lang="en-US" sz="2400" dirty="0">
                <a:latin typeface="Times New Roman" panose="02020603050405020304" pitchFamily="18" charset="0"/>
                <a:cs typeface="Times New Roman" panose="02020603050405020304" pitchFamily="18" charset="0"/>
              </a:rPr>
              <a:t>The system processes live webcam input and provides predictions almost instantly. Each frame is captured, processed, and classified within a very short time, making the system suitable for real-time applications like surveillance and brand monitoring. There is no noticeable delay during execution.</a:t>
            </a:r>
          </a:p>
          <a:p>
            <a:pPr marL="0" indent="0">
              <a:buNone/>
            </a:pPr>
            <a:r>
              <a:rPr lang="en-IN" sz="2400" b="1" dirty="0">
                <a:latin typeface="Times New Roman" panose="02020603050405020304" pitchFamily="18" charset="0"/>
                <a:cs typeface="Times New Roman" panose="02020603050405020304" pitchFamily="18" charset="0"/>
              </a:rPr>
              <a:t>3.Processing Efficiency</a:t>
            </a:r>
          </a:p>
          <a:p>
            <a:r>
              <a:rPr lang="en-US" sz="2400" dirty="0">
                <a:latin typeface="Times New Roman" panose="02020603050405020304" pitchFamily="18" charset="0"/>
                <a:cs typeface="Times New Roman" panose="02020603050405020304" pitchFamily="18" charset="0"/>
              </a:rPr>
              <a:t>The complete pipeline, including </a:t>
            </a:r>
            <a:r>
              <a:rPr lang="en-US" dirty="0">
                <a:latin typeface="Times New Roman" panose="02020603050405020304" pitchFamily="18" charset="0"/>
                <a:cs typeface="Times New Roman" panose="02020603050405020304" pitchFamily="18" charset="0"/>
              </a:rPr>
              <a:t>image</a:t>
            </a:r>
            <a:r>
              <a:rPr lang="en-US" sz="2400" dirty="0">
                <a:latin typeface="Times New Roman" panose="02020603050405020304" pitchFamily="18" charset="0"/>
                <a:cs typeface="Times New Roman" panose="02020603050405020304" pitchFamily="18" charset="0"/>
              </a:rPr>
              <a:t> capture, preprocessing, and prediction, runs efficiently with minimal computational delay. The use of optimized libraries like OpenCV and TensorFlow helps in faster execution. Compared to manual logo detection, this system significantly reduces time and effort.</a:t>
            </a:r>
          </a:p>
          <a:p>
            <a:endParaRPr lang="en-IN" sz="2400" b="1" dirty="0">
              <a:latin typeface="Times New Roman" panose="02020603050405020304" pitchFamily="18" charset="0"/>
              <a:cs typeface="Times New Roman" panose="02020603050405020304" pitchFamily="18" charset="0"/>
            </a:endParaRPr>
          </a:p>
        </p:txBody>
      </p:sp>
      <p:sp>
        <p:nvSpPr>
          <p:cNvPr id="149" name="Slide Number Placeholder 4"/>
          <p:cNvSpPr txBox="1">
            <a:spLocks noGrp="1"/>
          </p:cNvSpPr>
          <p:nvPr>
            <p:ph type="sldNum" sz="quarter" idx="2"/>
          </p:nvPr>
        </p:nvSpPr>
        <p:spPr>
          <a:xfrm>
            <a:off x="11095176" y="6414760"/>
            <a:ext cx="258624"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r" defTabSz="914400" rtl="0" fontAlgn="auto" latinLnBrk="0" hangingPunct="0">
              <a:lnSpc>
                <a:spcPct val="100000"/>
              </a:lnSpc>
              <a:spcBef>
                <a:spcPts val="0"/>
              </a:spcBef>
              <a:spcAft>
                <a:spcPts val="0"/>
              </a:spcAft>
              <a:buClrTx/>
              <a:buSzTx/>
              <a:buFontTx/>
              <a:buNone/>
              <a:tabLst/>
              <a:defRPr kumimoji="0" sz="1200" b="0" i="0" u="none" strike="noStrike" cap="none" spc="0" normalizeH="0" baseline="0">
                <a:ln>
                  <a:noFill/>
                </a:ln>
                <a:solidFill>
                  <a:srgbClr val="888888"/>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n-lt"/>
                <a:ea typeface="+mn-ea"/>
                <a:cs typeface="+mn-cs"/>
                <a:sym typeface="Calibri"/>
              </a:defRPr>
            </a:lvl9pPr>
          </a:lstStyle>
          <a:p>
            <a:fld id="{86CB4B4D-7CA3-9044-876B-883B54F8677D}" type="slidenum">
              <a:rPr lang="en-IN" smtClean="0"/>
              <a:pPr/>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Title 1"/>
          <p:cNvSpPr txBox="1">
            <a:spLocks noGrp="1"/>
          </p:cNvSpPr>
          <p:nvPr>
            <p:ph type="title"/>
          </p:nvPr>
        </p:nvSpPr>
        <p:spPr>
          <a:xfrm>
            <a:off x="0" y="0"/>
            <a:ext cx="12192000" cy="1291905"/>
          </a:xfrm>
          <a:prstGeom prst="rect">
            <a:avLst/>
          </a:prstGeom>
        </p:spPr>
        <p:txBody>
          <a:bodyPr/>
          <a:lstStyle>
            <a:lvl1pPr algn="ctr">
              <a:defRPr sz="3600" b="1">
                <a:latin typeface="Times New Roman"/>
                <a:ea typeface="Times New Roman"/>
                <a:cs typeface="Times New Roman"/>
                <a:sym typeface="Times New Roman"/>
              </a:defRPr>
            </a:lvl1pPr>
          </a:lstStyle>
          <a:p>
            <a:r>
              <a:rPr dirty="0"/>
              <a:t>Conclusion</a:t>
            </a:r>
          </a:p>
        </p:txBody>
      </p:sp>
      <p:sp>
        <p:nvSpPr>
          <p:cNvPr id="152" name="Content Placeholder 2"/>
          <p:cNvSpPr txBox="1">
            <a:spLocks noGrp="1"/>
          </p:cNvSpPr>
          <p:nvPr>
            <p:ph type="body" idx="1"/>
          </p:nvPr>
        </p:nvSpPr>
        <p:spPr>
          <a:xfrm>
            <a:off x="0" y="1291905"/>
            <a:ext cx="12192000" cy="5566095"/>
          </a:xfrm>
          <a:prstGeom prst="rect">
            <a:avLst/>
          </a:prstGeom>
        </p:spPr>
        <p:txBody>
          <a:bodyPr>
            <a:normAutofit/>
          </a:bodyPr>
          <a:lstStyle/>
          <a:p>
            <a:r>
              <a:rPr lang="en-US" sz="2400" dirty="0">
                <a:latin typeface="Times New Roman" panose="02020603050405020304" pitchFamily="18" charset="0"/>
                <a:cs typeface="Times New Roman" panose="02020603050405020304" pitchFamily="18" charset="0"/>
              </a:rPr>
              <a:t>Successfully developed a Logo Detection and Brand Recognition System using AI and real-time image processing</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Implemented a CNN-based model for accurate logo classification from images and live video</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Designed an efficient pipeline for image preprocessing and prediction</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Improved automation by eliminating manual logo identification</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Built a scalable system that can be enhanced with advanced models like YOLO for object detection</a:t>
            </a: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Enhanced practical understanding of deep learning and computer vision concepts</a:t>
            </a:r>
            <a:endParaRPr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Title 1"/>
          <p:cNvSpPr txBox="1">
            <a:spLocks noGrp="1"/>
          </p:cNvSpPr>
          <p:nvPr>
            <p:ph type="title"/>
          </p:nvPr>
        </p:nvSpPr>
        <p:spPr>
          <a:xfrm>
            <a:off x="0" y="-1"/>
            <a:ext cx="12192000" cy="1203651"/>
          </a:xfrm>
          <a:prstGeom prst="rect">
            <a:avLst/>
          </a:prstGeom>
        </p:spPr>
        <p:txBody>
          <a:bodyPr/>
          <a:lstStyle>
            <a:lvl1pPr algn="ctr">
              <a:defRPr sz="3600" b="1">
                <a:latin typeface="Times New Roman"/>
                <a:ea typeface="Times New Roman"/>
                <a:cs typeface="Times New Roman"/>
                <a:sym typeface="Times New Roman"/>
              </a:defRPr>
            </a:lvl1pPr>
          </a:lstStyle>
          <a:p>
            <a:r>
              <a:rPr dirty="0"/>
              <a:t>Future Enhancements </a:t>
            </a:r>
          </a:p>
        </p:txBody>
      </p:sp>
      <p:sp>
        <p:nvSpPr>
          <p:cNvPr id="157" name="Content Placeholder 2"/>
          <p:cNvSpPr txBox="1">
            <a:spLocks noGrp="1"/>
          </p:cNvSpPr>
          <p:nvPr>
            <p:ph type="body" idx="1"/>
          </p:nvPr>
        </p:nvSpPr>
        <p:spPr>
          <a:xfrm>
            <a:off x="0" y="1203650"/>
            <a:ext cx="12192000" cy="5654350"/>
          </a:xfrm>
          <a:prstGeom prst="rect">
            <a:avLst/>
          </a:prstGeom>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1. Advanced Logo Detection (Bounding Box)</a:t>
            </a:r>
          </a:p>
          <a:p>
            <a:r>
              <a:rPr lang="en-US" dirty="0">
                <a:latin typeface="Times New Roman" panose="02020603050405020304" pitchFamily="18" charset="0"/>
                <a:cs typeface="Times New Roman" panose="02020603050405020304" pitchFamily="18" charset="0"/>
              </a:rPr>
              <a:t>Implement object detection models like YOLO to detect exact logo location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Improve accuracy by identifying multiple logos in a single image</a:t>
            </a:r>
          </a:p>
          <a:p>
            <a:pPr marL="0" indent="0">
              <a:buNone/>
            </a:pPr>
            <a:r>
              <a:rPr lang="en-US" b="1" dirty="0">
                <a:latin typeface="Times New Roman" panose="02020603050405020304" pitchFamily="18" charset="0"/>
                <a:cs typeface="Times New Roman" panose="02020603050405020304" pitchFamily="18" charset="0"/>
              </a:rPr>
              <a:t>2. Enhanced Model Accuracy</a:t>
            </a:r>
          </a:p>
          <a:p>
            <a:r>
              <a:rPr lang="en-US" dirty="0">
                <a:latin typeface="Times New Roman" panose="02020603050405020304" pitchFamily="18" charset="0"/>
                <a:cs typeface="Times New Roman" panose="02020603050405020304" pitchFamily="18" charset="0"/>
              </a:rPr>
              <a:t>Increase dataset size with more logo variations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Apply data augmentation for better performance under different lighting and angles</a:t>
            </a:r>
          </a:p>
          <a:p>
            <a:pPr marL="0" indent="0">
              <a:buNone/>
            </a:pPr>
            <a:r>
              <a:rPr lang="en-US" b="1" dirty="0">
                <a:latin typeface="Times New Roman" panose="02020603050405020304" pitchFamily="18" charset="0"/>
                <a:cs typeface="Times New Roman" panose="02020603050405020304" pitchFamily="18" charset="0"/>
              </a:rPr>
              <a:t>3. Real-Time Application Integration</a:t>
            </a:r>
          </a:p>
          <a:p>
            <a:r>
              <a:rPr lang="en-US" dirty="0">
                <a:latin typeface="Times New Roman" panose="02020603050405020304" pitchFamily="18" charset="0"/>
                <a:cs typeface="Times New Roman" panose="02020603050405020304" pitchFamily="18" charset="0"/>
              </a:rPr>
              <a:t>Integrate the system with mobile cameras or CCTV for real-world usage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Enable continuous real-time brand monitoring</a:t>
            </a:r>
          </a:p>
          <a:p>
            <a:pPr marL="0" indent="0">
              <a:buNone/>
            </a:pPr>
            <a:r>
              <a:rPr lang="en-US" b="1" dirty="0">
                <a:latin typeface="Times New Roman" panose="02020603050405020304" pitchFamily="18" charset="0"/>
                <a:cs typeface="Times New Roman" panose="02020603050405020304" pitchFamily="18" charset="0"/>
              </a:rPr>
              <a:t>4. Cloud &amp; Mobile Deployment</a:t>
            </a:r>
          </a:p>
          <a:p>
            <a:r>
              <a:rPr lang="en-US" dirty="0">
                <a:latin typeface="Times New Roman" panose="02020603050405020304" pitchFamily="18" charset="0"/>
                <a:cs typeface="Times New Roman" panose="02020603050405020304" pitchFamily="18" charset="0"/>
              </a:rPr>
              <a:t>Develop a mobile application for easy access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Deploy the system on cloud for scalable and remote usage</a:t>
            </a:r>
          </a:p>
          <a:p>
            <a:endParaRPr lang="en-US" sz="2000" dirty="0">
              <a:latin typeface="Times New Roman" panose="02020603050405020304" pitchFamily="18" charset="0"/>
              <a:cs typeface="Times New Roman" panose="02020603050405020304" pitchFamily="18" charset="0"/>
            </a:endParaRPr>
          </a:p>
        </p:txBody>
      </p:sp>
      <p:sp>
        <p:nvSpPr>
          <p:cNvPr id="159" name="Slide Number Placeholder 4"/>
          <p:cNvSpPr txBox="1">
            <a:spLocks noGrp="1"/>
          </p:cNvSpPr>
          <p:nvPr>
            <p:ph type="sldNum" sz="quarter" idx="4294967295"/>
          </p:nvPr>
        </p:nvSpPr>
        <p:spPr>
          <a:xfrm>
            <a:off x="11095176" y="6414760"/>
            <a:ext cx="25862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Title 1"/>
          <p:cNvSpPr txBox="1">
            <a:spLocks noGrp="1"/>
          </p:cNvSpPr>
          <p:nvPr>
            <p:ph type="title"/>
          </p:nvPr>
        </p:nvSpPr>
        <p:spPr>
          <a:xfrm>
            <a:off x="0" y="-1"/>
            <a:ext cx="12192000" cy="1203651"/>
          </a:xfrm>
          <a:prstGeom prst="rect">
            <a:avLst/>
          </a:prstGeom>
        </p:spPr>
        <p:txBody>
          <a:bodyPr/>
          <a:lstStyle>
            <a:lvl1pPr algn="ctr">
              <a:defRPr sz="3600" b="1">
                <a:latin typeface="Times New Roman"/>
                <a:ea typeface="Times New Roman"/>
                <a:cs typeface="Times New Roman"/>
                <a:sym typeface="Times New Roman"/>
              </a:defRPr>
            </a:lvl1pPr>
          </a:lstStyle>
          <a:p>
            <a:r>
              <a:rPr dirty="0"/>
              <a:t>REFERENCES </a:t>
            </a:r>
          </a:p>
        </p:txBody>
      </p:sp>
      <p:sp>
        <p:nvSpPr>
          <p:cNvPr id="162" name="Date Placeholder 3"/>
          <p:cNvSpPr txBox="1"/>
          <p:nvPr/>
        </p:nvSpPr>
        <p:spPr>
          <a:xfrm>
            <a:off x="883919" y="6414760"/>
            <a:ext cx="26517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t>15-03-2026</a:t>
            </a:r>
          </a:p>
        </p:txBody>
      </p:sp>
      <p:sp>
        <p:nvSpPr>
          <p:cNvPr id="163" name="Slide Number Placeholder 4"/>
          <p:cNvSpPr txBox="1">
            <a:spLocks noGrp="1"/>
          </p:cNvSpPr>
          <p:nvPr>
            <p:ph type="sldNum" sz="quarter" idx="4294967295"/>
          </p:nvPr>
        </p:nvSpPr>
        <p:spPr>
          <a:xfrm>
            <a:off x="11095176" y="6414760"/>
            <a:ext cx="25862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11</a:t>
            </a:fld>
            <a:endParaRPr/>
          </a:p>
        </p:txBody>
      </p:sp>
      <p:sp>
        <p:nvSpPr>
          <p:cNvPr id="164" name="Content Placeholder 2"/>
          <p:cNvSpPr txBox="1">
            <a:spLocks noGrp="1"/>
          </p:cNvSpPr>
          <p:nvPr>
            <p:ph type="body" idx="1"/>
          </p:nvPr>
        </p:nvSpPr>
        <p:spPr>
          <a:xfrm>
            <a:off x="0" y="1166012"/>
            <a:ext cx="12192000" cy="5691988"/>
          </a:xfrm>
          <a:prstGeom prst="rect">
            <a:avLst/>
          </a:prstGeom>
        </p:spPr>
        <p:txBody>
          <a:bodyPr>
            <a:normAutofit fontScale="92500" lnSpcReduction="20000"/>
          </a:bodyPr>
          <a:lstStyle/>
          <a:p>
            <a:pPr lvl="0"/>
            <a:r>
              <a:rPr lang="en-US" b="1" dirty="0">
                <a:latin typeface="Times New Roman" panose="02020603050405020304" pitchFamily="18" charset="0"/>
                <a:cs typeface="Times New Roman" panose="02020603050405020304" pitchFamily="18" charset="0"/>
              </a:rPr>
              <a:t>Brown, T., &amp; White, M. (2019). "Deep Learning for Brand Logo Recognition in Digital Media."</a:t>
            </a:r>
            <a:r>
              <a:rPr lang="en-US" dirty="0">
                <a:latin typeface="Times New Roman" panose="02020603050405020304" pitchFamily="18" charset="0"/>
                <a:cs typeface="Times New Roman" panose="02020603050405020304" pitchFamily="18" charset="0"/>
              </a:rPr>
              <a:t> This study explores CNN-based architectures for automated logo detection.</a:t>
            </a:r>
            <a:endParaRPr lang="en-IN" dirty="0">
              <a:latin typeface="Times New Roman" panose="02020603050405020304" pitchFamily="18" charset="0"/>
              <a:cs typeface="Times New Roman" panose="02020603050405020304" pitchFamily="18" charset="0"/>
            </a:endParaRPr>
          </a:p>
          <a:p>
            <a:pPr lvl="0"/>
            <a:r>
              <a:rPr lang="en-US" b="1" dirty="0">
                <a:latin typeface="Times New Roman" panose="02020603050405020304" pitchFamily="18" charset="0"/>
                <a:cs typeface="Times New Roman" panose="02020603050405020304" pitchFamily="18" charset="0"/>
              </a:rPr>
              <a:t>Singh, R., &amp; Patel, K. (2020). "AI-Powered Image Recognition for Trademark Protection."</a:t>
            </a:r>
            <a:r>
              <a:rPr lang="en-US" dirty="0">
                <a:latin typeface="Times New Roman" panose="02020603050405020304" pitchFamily="18" charset="0"/>
                <a:cs typeface="Times New Roman" panose="02020603050405020304" pitchFamily="18" charset="0"/>
              </a:rPr>
              <a:t> The research discusses AI-driven techniques for identifying logos in online content.</a:t>
            </a:r>
            <a:endParaRPr lang="en-IN" dirty="0">
              <a:latin typeface="Times New Roman" panose="02020603050405020304" pitchFamily="18" charset="0"/>
              <a:cs typeface="Times New Roman" panose="02020603050405020304" pitchFamily="18" charset="0"/>
            </a:endParaRPr>
          </a:p>
          <a:p>
            <a:pPr lvl="0"/>
            <a:r>
              <a:rPr lang="en-US" b="1" dirty="0">
                <a:latin typeface="Times New Roman" panose="02020603050405020304" pitchFamily="18" charset="0"/>
                <a:cs typeface="Times New Roman" panose="02020603050405020304" pitchFamily="18" charset="0"/>
              </a:rPr>
              <a:t>Nguyen, L., &amp; Sharma, P. (2021). "Real-Time Object Detection for Brand Monitoring."</a:t>
            </a:r>
            <a:r>
              <a:rPr lang="en-US" dirty="0">
                <a:latin typeface="Times New Roman" panose="02020603050405020304" pitchFamily="18" charset="0"/>
                <a:cs typeface="Times New Roman" panose="02020603050405020304" pitchFamily="18" charset="0"/>
              </a:rPr>
              <a:t> This paper evaluates deep learning models for detecting logos in real-world environments.</a:t>
            </a:r>
            <a:endParaRPr lang="en-IN" dirty="0">
              <a:latin typeface="Times New Roman" panose="02020603050405020304" pitchFamily="18" charset="0"/>
              <a:cs typeface="Times New Roman" panose="02020603050405020304" pitchFamily="18" charset="0"/>
            </a:endParaRPr>
          </a:p>
          <a:p>
            <a:pPr lvl="0"/>
            <a:r>
              <a:rPr lang="en-US" b="1" dirty="0">
                <a:latin typeface="Times New Roman" panose="02020603050405020304" pitchFamily="18" charset="0"/>
                <a:cs typeface="Times New Roman" panose="02020603050405020304" pitchFamily="18" charset="0"/>
              </a:rPr>
              <a:t>Martinez, D., &amp; Johnson, S. (2022). "AI-Based Visual Recognition for Counterfeit Detection."</a:t>
            </a:r>
            <a:r>
              <a:rPr lang="en-US" dirty="0">
                <a:latin typeface="Times New Roman" panose="02020603050405020304" pitchFamily="18" charset="0"/>
                <a:cs typeface="Times New Roman" panose="02020603050405020304" pitchFamily="18" charset="0"/>
              </a:rPr>
              <a:t> The authors present AI-driven solutions for brand protection using image recognition.</a:t>
            </a:r>
            <a:endParaRPr lang="en-IN" dirty="0">
              <a:latin typeface="Times New Roman" panose="02020603050405020304" pitchFamily="18" charset="0"/>
              <a:cs typeface="Times New Roman" panose="02020603050405020304" pitchFamily="18" charset="0"/>
            </a:endParaRPr>
          </a:p>
          <a:p>
            <a:pPr lvl="0"/>
            <a:r>
              <a:rPr lang="en-US" b="1" dirty="0">
                <a:latin typeface="Times New Roman" panose="02020603050405020304" pitchFamily="18" charset="0"/>
                <a:cs typeface="Times New Roman" panose="02020603050405020304" pitchFamily="18" charset="0"/>
              </a:rPr>
              <a:t>Garcia, H., &amp; Lewis, F. (2023). "Enhancing Marketing Analytics with AI-Powered Logo Detection."</a:t>
            </a:r>
            <a:r>
              <a:rPr lang="en-US" dirty="0">
                <a:latin typeface="Times New Roman" panose="02020603050405020304" pitchFamily="18" charset="0"/>
                <a:cs typeface="Times New Roman" panose="02020603050405020304" pitchFamily="18" charset="0"/>
              </a:rPr>
              <a:t> This study examines AI applications in tracking brand exposure.</a:t>
            </a:r>
            <a:endParaRPr lang="en-IN" dirty="0">
              <a:latin typeface="Times New Roman" panose="02020603050405020304" pitchFamily="18" charset="0"/>
              <a:cs typeface="Times New Roman" panose="02020603050405020304" pitchFamily="18" charset="0"/>
            </a:endParaRPr>
          </a:p>
          <a:p>
            <a:pPr lvl="0"/>
            <a:r>
              <a:rPr lang="en-US" b="1" dirty="0">
                <a:latin typeface="Times New Roman" panose="02020603050405020304" pitchFamily="18" charset="0"/>
                <a:cs typeface="Times New Roman" panose="02020603050405020304" pitchFamily="18" charset="0"/>
              </a:rPr>
              <a:t>Chen, W., &amp; Roberts, L. (2023). "Edge Computing for AI-Based Real-Time Logo Recognition."</a:t>
            </a:r>
            <a:r>
              <a:rPr lang="en-US" dirty="0">
                <a:latin typeface="Times New Roman" panose="02020603050405020304" pitchFamily="18" charset="0"/>
                <a:cs typeface="Times New Roman" panose="02020603050405020304" pitchFamily="18" charset="0"/>
              </a:rPr>
              <a:t> The paper explores AI-powered recognition models deployed on cloud and edge devices.</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Title 1"/>
          <p:cNvSpPr txBox="1">
            <a:spLocks noGrp="1"/>
          </p:cNvSpPr>
          <p:nvPr>
            <p:ph type="title"/>
          </p:nvPr>
        </p:nvSpPr>
        <p:spPr>
          <a:xfrm>
            <a:off x="0" y="1"/>
            <a:ext cx="12192000" cy="1335898"/>
          </a:xfrm>
          <a:prstGeom prst="rect">
            <a:avLst/>
          </a:prstGeom>
        </p:spPr>
        <p:txBody>
          <a:bodyPr/>
          <a:lstStyle>
            <a:lvl1pPr algn="ctr">
              <a:defRPr sz="3600" b="1">
                <a:latin typeface="Times New Roman"/>
                <a:ea typeface="Times New Roman"/>
                <a:cs typeface="Times New Roman"/>
                <a:sym typeface="Times New Roman"/>
              </a:defRPr>
            </a:lvl1pPr>
          </a:lstStyle>
          <a:p>
            <a:r>
              <a:rPr dirty="0"/>
              <a:t>CONTRIBUTION OF THE PROJECT </a:t>
            </a:r>
          </a:p>
        </p:txBody>
      </p:sp>
      <p:sp>
        <p:nvSpPr>
          <p:cNvPr id="167" name="Content Placeholder 2"/>
          <p:cNvSpPr txBox="1">
            <a:spLocks noGrp="1"/>
          </p:cNvSpPr>
          <p:nvPr>
            <p:ph type="body" idx="1"/>
          </p:nvPr>
        </p:nvSpPr>
        <p:spPr>
          <a:xfrm>
            <a:off x="0" y="1335897"/>
            <a:ext cx="12191999" cy="5522102"/>
          </a:xfrm>
          <a:prstGeom prst="rect">
            <a:avLst/>
          </a:prstGeo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1.Academic Contribution</a:t>
            </a:r>
          </a:p>
          <a:p>
            <a:r>
              <a:rPr lang="en-US" dirty="0">
                <a:latin typeface="Times New Roman" panose="02020603050405020304" pitchFamily="18" charset="0"/>
                <a:cs typeface="Times New Roman" panose="02020603050405020304" pitchFamily="18" charset="0"/>
              </a:rPr>
              <a:t>Enhances understanding of AI, deep learning, and computer vision concepts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Provides hands-on experience in implementing CNN for real-world applications</a:t>
            </a:r>
          </a:p>
          <a:p>
            <a:pPr marL="0" indent="0">
              <a:buNone/>
            </a:pPr>
            <a:r>
              <a:rPr lang="en-US" b="1" dirty="0">
                <a:latin typeface="Times New Roman" panose="02020603050405020304" pitchFamily="18" charset="0"/>
                <a:cs typeface="Times New Roman" panose="02020603050405020304" pitchFamily="18" charset="0"/>
              </a:rPr>
              <a:t>2. Technical Contribution</a:t>
            </a:r>
          </a:p>
          <a:p>
            <a:r>
              <a:rPr lang="en-US" dirty="0">
                <a:latin typeface="Times New Roman" panose="02020603050405020304" pitchFamily="18" charset="0"/>
                <a:cs typeface="Times New Roman" panose="02020603050405020304" pitchFamily="18" charset="0"/>
              </a:rPr>
              <a:t>Implements a CNN-based model for logo classification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Integrates real-time image processing using OpenCV</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Demonstrates end-to-end pipeline from data preprocessing to prediction</a:t>
            </a:r>
          </a:p>
          <a:p>
            <a:pPr marL="0" indent="0">
              <a:buNone/>
            </a:pPr>
            <a:r>
              <a:rPr lang="en-US" b="1" dirty="0">
                <a:latin typeface="Times New Roman" panose="02020603050405020304" pitchFamily="18" charset="0"/>
                <a:cs typeface="Times New Roman" panose="02020603050405020304" pitchFamily="18" charset="0"/>
              </a:rPr>
              <a:t>3. User Contribution</a:t>
            </a:r>
          </a:p>
          <a:p>
            <a:r>
              <a:rPr lang="en-US" dirty="0">
                <a:latin typeface="Times New Roman" panose="02020603050405020304" pitchFamily="18" charset="0"/>
                <a:cs typeface="Times New Roman" panose="02020603050405020304" pitchFamily="18" charset="0"/>
              </a:rPr>
              <a:t>Automates logo detection and reduces manual effort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Provides quick and accurate brand identification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Useful for applications like marketing analysis and brand monitoring</a:t>
            </a:r>
          </a:p>
        </p:txBody>
      </p:sp>
      <p:sp>
        <p:nvSpPr>
          <p:cNvPr id="168" name="Date Placeholder 3"/>
          <p:cNvSpPr txBox="1"/>
          <p:nvPr/>
        </p:nvSpPr>
        <p:spPr>
          <a:xfrm>
            <a:off x="883919" y="6414760"/>
            <a:ext cx="26517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t>15-03-2026</a:t>
            </a:r>
          </a:p>
        </p:txBody>
      </p:sp>
      <p:sp>
        <p:nvSpPr>
          <p:cNvPr id="169" name="Slide Number Placeholder 4"/>
          <p:cNvSpPr txBox="1">
            <a:spLocks noGrp="1"/>
          </p:cNvSpPr>
          <p:nvPr>
            <p:ph type="sldNum" sz="quarter" idx="4294967295"/>
          </p:nvPr>
        </p:nvSpPr>
        <p:spPr>
          <a:xfrm>
            <a:off x="11095176" y="6414760"/>
            <a:ext cx="25862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 name="Title 1"/>
          <p:cNvSpPr txBox="1">
            <a:spLocks noGrp="1"/>
          </p:cNvSpPr>
          <p:nvPr>
            <p:ph type="title"/>
          </p:nvPr>
        </p:nvSpPr>
        <p:spPr>
          <a:xfrm>
            <a:off x="65314" y="422437"/>
            <a:ext cx="12192001" cy="1203650"/>
          </a:xfrm>
          <a:prstGeom prst="rect">
            <a:avLst/>
          </a:prstGeom>
        </p:spPr>
        <p:txBody>
          <a:bodyPr/>
          <a:lstStyle>
            <a:lvl1pPr algn="ctr">
              <a:defRPr sz="3600" b="1">
                <a:latin typeface="Times New Roman"/>
                <a:ea typeface="Times New Roman"/>
                <a:cs typeface="Times New Roman"/>
                <a:sym typeface="Times New Roman"/>
              </a:defRPr>
            </a:lvl1pPr>
          </a:lstStyle>
          <a:p>
            <a:r>
              <a:t>100% Code Implementation</a:t>
            </a:r>
          </a:p>
        </p:txBody>
      </p:sp>
      <p:sp>
        <p:nvSpPr>
          <p:cNvPr id="172" name="Content Placeholder 2"/>
          <p:cNvSpPr txBox="1">
            <a:spLocks noGrp="1"/>
          </p:cNvSpPr>
          <p:nvPr>
            <p:ph type="body" idx="1"/>
          </p:nvPr>
        </p:nvSpPr>
        <p:spPr>
          <a:xfrm>
            <a:off x="0" y="0"/>
            <a:ext cx="12192000" cy="6858000"/>
          </a:xfrm>
          <a:prstGeom prst="rect">
            <a:avLst/>
          </a:prstGeom>
        </p:spPr>
        <p:txBody>
          <a:bodyPr anchor="ctr"/>
          <a:lstStyle>
            <a:lvl1pPr marL="0" indent="0" algn="ctr">
              <a:buSzTx/>
              <a:buNone/>
              <a:defRPr u="sng">
                <a:solidFill>
                  <a:srgbClr val="0563C1"/>
                </a:solidFill>
                <a:uFill>
                  <a:solidFill>
                    <a:srgbClr val="0563C1"/>
                  </a:solidFill>
                </a:uFill>
                <a:latin typeface="Times New Roman"/>
                <a:ea typeface="Times New Roman"/>
                <a:cs typeface="Times New Roman"/>
                <a:sym typeface="Times New Roman"/>
                <a:hlinkClick r:id="" action="ppaction://noaction"/>
              </a:defRPr>
            </a:lvl1pPr>
          </a:lstStyle>
          <a:p>
            <a:pPr>
              <a:defRPr u="none">
                <a:solidFill>
                  <a:srgbClr val="000000"/>
                </a:solidFill>
                <a:uFillTx/>
              </a:defRPr>
            </a:pPr>
            <a:r>
              <a:rPr lang="en-IN" dirty="0">
                <a:hlinkClick r:id="rId2"/>
              </a:rPr>
              <a:t>https://www.online-python.com/</a:t>
            </a:r>
            <a:endParaRPr u="sng" dirty="0">
              <a:solidFill>
                <a:srgbClr val="0563C1"/>
              </a:solidFill>
              <a:uFill>
                <a:solidFill>
                  <a:srgbClr val="0563C1"/>
                </a:solidFill>
              </a:uFill>
              <a:hlinkClick r:id="rId2"/>
            </a:endParaRPr>
          </a:p>
        </p:txBody>
      </p:sp>
      <p:sp>
        <p:nvSpPr>
          <p:cNvPr id="173" name="Date Placeholder 3"/>
          <p:cNvSpPr txBox="1"/>
          <p:nvPr/>
        </p:nvSpPr>
        <p:spPr>
          <a:xfrm>
            <a:off x="883919" y="6414760"/>
            <a:ext cx="26517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t>15-03-2026</a:t>
            </a:r>
          </a:p>
        </p:txBody>
      </p:sp>
      <p:sp>
        <p:nvSpPr>
          <p:cNvPr id="174" name="Slide Number Placeholder 4"/>
          <p:cNvSpPr txBox="1">
            <a:spLocks noGrp="1"/>
          </p:cNvSpPr>
          <p:nvPr>
            <p:ph type="sldNum" sz="quarter" idx="4294967295"/>
          </p:nvPr>
        </p:nvSpPr>
        <p:spPr>
          <a:xfrm>
            <a:off x="11095176" y="6414760"/>
            <a:ext cx="25862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Title 1"/>
          <p:cNvSpPr txBox="1">
            <a:spLocks noGrp="1"/>
          </p:cNvSpPr>
          <p:nvPr>
            <p:ph type="title"/>
          </p:nvPr>
        </p:nvSpPr>
        <p:spPr>
          <a:xfrm>
            <a:off x="0" y="2827174"/>
            <a:ext cx="12192000" cy="1203650"/>
          </a:xfrm>
          <a:prstGeom prst="rect">
            <a:avLst/>
          </a:prstGeom>
        </p:spPr>
        <p:txBody>
          <a:bodyPr/>
          <a:lstStyle>
            <a:lvl1pPr algn="ctr">
              <a:defRPr sz="3600" b="1">
                <a:latin typeface="Times New Roman"/>
                <a:ea typeface="Times New Roman"/>
                <a:cs typeface="Times New Roman"/>
                <a:sym typeface="Times New Roman"/>
              </a:defRPr>
            </a:lvl1pPr>
          </a:lstStyle>
          <a:p>
            <a:r>
              <a:t>QUERIES ??</a:t>
            </a:r>
          </a:p>
        </p:txBody>
      </p:sp>
      <p:sp>
        <p:nvSpPr>
          <p:cNvPr id="177" name="Date Placeholder 3"/>
          <p:cNvSpPr txBox="1"/>
          <p:nvPr/>
        </p:nvSpPr>
        <p:spPr>
          <a:xfrm>
            <a:off x="883919" y="6414760"/>
            <a:ext cx="26517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t>15-03-2026</a:t>
            </a:r>
          </a:p>
        </p:txBody>
      </p:sp>
      <p:sp>
        <p:nvSpPr>
          <p:cNvPr id="178" name="Slide Number Placeholder 4"/>
          <p:cNvSpPr txBox="1">
            <a:spLocks noGrp="1"/>
          </p:cNvSpPr>
          <p:nvPr>
            <p:ph type="sldNum" sz="quarter" idx="4294967295"/>
          </p:nvPr>
        </p:nvSpPr>
        <p:spPr>
          <a:xfrm>
            <a:off x="11095176" y="6414760"/>
            <a:ext cx="25862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Title 1"/>
          <p:cNvSpPr txBox="1">
            <a:spLocks noGrp="1"/>
          </p:cNvSpPr>
          <p:nvPr>
            <p:ph type="title"/>
          </p:nvPr>
        </p:nvSpPr>
        <p:spPr>
          <a:xfrm>
            <a:off x="0" y="2827174"/>
            <a:ext cx="12192000" cy="1203650"/>
          </a:xfrm>
          <a:prstGeom prst="rect">
            <a:avLst/>
          </a:prstGeom>
        </p:spPr>
        <p:txBody>
          <a:bodyPr/>
          <a:lstStyle>
            <a:lvl1pPr algn="ctr">
              <a:defRPr sz="3600" b="1">
                <a:latin typeface="Times New Roman"/>
                <a:ea typeface="Times New Roman"/>
                <a:cs typeface="Times New Roman"/>
                <a:sym typeface="Times New Roman"/>
              </a:defRPr>
            </a:lvl1pPr>
          </a:lstStyle>
          <a:p>
            <a:r>
              <a:t>THANK YOU</a:t>
            </a:r>
          </a:p>
        </p:txBody>
      </p:sp>
      <p:sp>
        <p:nvSpPr>
          <p:cNvPr id="181" name="Date Placeholder 3"/>
          <p:cNvSpPr txBox="1"/>
          <p:nvPr/>
        </p:nvSpPr>
        <p:spPr>
          <a:xfrm>
            <a:off x="883919" y="6414760"/>
            <a:ext cx="2651762" cy="2483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spAutoFit/>
          </a:bodyPr>
          <a:lstStyle>
            <a:lvl1pPr>
              <a:defRPr sz="1200">
                <a:solidFill>
                  <a:srgbClr val="888888"/>
                </a:solidFill>
              </a:defRPr>
            </a:lvl1pPr>
          </a:lstStyle>
          <a:p>
            <a:r>
              <a:t>15-03-2026</a:t>
            </a:r>
          </a:p>
        </p:txBody>
      </p:sp>
      <p:sp>
        <p:nvSpPr>
          <p:cNvPr id="182" name="Slide Number Placeholder 4"/>
          <p:cNvSpPr txBox="1">
            <a:spLocks noGrp="1"/>
          </p:cNvSpPr>
          <p:nvPr>
            <p:ph type="sldNum" sz="quarter" idx="4294967295"/>
          </p:nvPr>
        </p:nvSpPr>
        <p:spPr>
          <a:xfrm>
            <a:off x="11095176" y="6414760"/>
            <a:ext cx="258624" cy="248305"/>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15</a:t>
            </a:fld>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255</TotalTime>
  <Words>850</Words>
  <Application>Microsoft Office PowerPoint</Application>
  <PresentationFormat>Widescreen</PresentationFormat>
  <Paragraphs>96</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Times New Roman</vt:lpstr>
      <vt:lpstr>Office Theme</vt:lpstr>
      <vt:lpstr>PowerPoint Presentation</vt:lpstr>
      <vt:lpstr>OUTLINE </vt:lpstr>
      <vt:lpstr>ABSTRACT</vt:lpstr>
      <vt:lpstr>OVERALL DESIGN</vt:lpstr>
      <vt:lpstr>PowerPoint Presentation</vt:lpstr>
      <vt:lpstr>Experimental results</vt:lpstr>
      <vt:lpstr>Experimental results</vt:lpstr>
      <vt:lpstr>Performance Evaluation</vt:lpstr>
      <vt:lpstr>Conclusion</vt:lpstr>
      <vt:lpstr>Future Enhancements </vt:lpstr>
      <vt:lpstr>REFERENCES </vt:lpstr>
      <vt:lpstr>CONTRIBUTION OF THE PROJECT </vt:lpstr>
      <vt:lpstr>100% Code Implementation</vt:lpstr>
      <vt:lpstr>QUERIES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Karthik M</dc:creator>
  <cp:lastModifiedBy>Karthik M</cp:lastModifiedBy>
  <cp:revision>1</cp:revision>
  <dcterms:created xsi:type="dcterms:W3CDTF">2026-03-24T04:57:25Z</dcterms:created>
  <dcterms:modified xsi:type="dcterms:W3CDTF">2026-03-24T09:27:33Z</dcterms:modified>
</cp:coreProperties>
</file>